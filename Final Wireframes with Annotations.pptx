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70BE6D-5480-820B-A8C3-0C95FE9AFF32}" name="Alexander Saleh [Student-PECS]" initials="AS" userId="S::as24aeq@herts.ac.uk::d399a3c2-7b8e-4ffe-8293-df5a68d6b10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0E11EE-76F5-49D1-8B6D-4BC60C855BAF}" v="17" dt="2025-04-07T23:44:12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51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gdem Onay [Student-PECS]" userId="S::co24abm@herts.ac.uk::c2f816e1-bea6-49c3-aa20-4fa73c22f612" providerId="AD" clId="Web-{142B2908-18B1-1401-8EC0-B6813C5D0275}"/>
    <pc:docChg chg="addSld modSld">
      <pc:chgData name="Cigdem Onay [Student-PECS]" userId="S::co24abm@herts.ac.uk::c2f816e1-bea6-49c3-aa20-4fa73c22f612" providerId="AD" clId="Web-{142B2908-18B1-1401-8EC0-B6813C5D0275}" dt="2025-03-12T13:11:00.612" v="371" actId="20577"/>
      <pc:docMkLst>
        <pc:docMk/>
      </pc:docMkLst>
      <pc:sldChg chg="modSp">
        <pc:chgData name="Cigdem Onay [Student-PECS]" userId="S::co24abm@herts.ac.uk::c2f816e1-bea6-49c3-aa20-4fa73c22f612" providerId="AD" clId="Web-{142B2908-18B1-1401-8EC0-B6813C5D0275}" dt="2025-03-12T12:39:48.500" v="28" actId="20577"/>
        <pc:sldMkLst>
          <pc:docMk/>
          <pc:sldMk cId="1660734181" sldId="258"/>
        </pc:sldMkLst>
        <pc:spChg chg="mod">
          <ac:chgData name="Cigdem Onay [Student-PECS]" userId="S::co24abm@herts.ac.uk::c2f816e1-bea6-49c3-aa20-4fa73c22f612" providerId="AD" clId="Web-{142B2908-18B1-1401-8EC0-B6813C5D0275}" dt="2025-03-12T12:39:48.500" v="28" actId="20577"/>
          <ac:spMkLst>
            <pc:docMk/>
            <pc:sldMk cId="1660734181" sldId="258"/>
            <ac:spMk id="41" creationId="{E1726DF4-5464-A860-C01A-8E7E3812F60D}"/>
          </ac:spMkLst>
        </pc:spChg>
      </pc:sldChg>
      <pc:sldChg chg="addSp modSp new">
        <pc:chgData name="Cigdem Onay [Student-PECS]" userId="S::co24abm@herts.ac.uk::c2f816e1-bea6-49c3-aa20-4fa73c22f612" providerId="AD" clId="Web-{142B2908-18B1-1401-8EC0-B6813C5D0275}" dt="2025-03-12T13:04:07.767" v="192" actId="20577"/>
        <pc:sldMkLst>
          <pc:docMk/>
          <pc:sldMk cId="2520967088" sldId="259"/>
        </pc:sldMkLst>
        <pc:spChg chg="add mod">
          <ac:chgData name="Cigdem Onay [Student-PECS]" userId="S::co24abm@herts.ac.uk::c2f816e1-bea6-49c3-aa20-4fa73c22f612" providerId="AD" clId="Web-{142B2908-18B1-1401-8EC0-B6813C5D0275}" dt="2025-03-12T12:46:00.704" v="102" actId="14100"/>
          <ac:spMkLst>
            <pc:docMk/>
            <pc:sldMk cId="2520967088" sldId="259"/>
            <ac:spMk id="6" creationId="{E91D9907-0E03-7696-047E-24F84200054A}"/>
          </ac:spMkLst>
        </pc:spChg>
        <pc:spChg chg="add mod">
          <ac:chgData name="Cigdem Onay [Student-PECS]" userId="S::co24abm@herts.ac.uk::c2f816e1-bea6-49c3-aa20-4fa73c22f612" providerId="AD" clId="Web-{142B2908-18B1-1401-8EC0-B6813C5D0275}" dt="2025-03-12T12:47:34.645" v="136" actId="20577"/>
          <ac:spMkLst>
            <pc:docMk/>
            <pc:sldMk cId="2520967088" sldId="259"/>
            <ac:spMk id="7" creationId="{2EA31AC4-99F6-16D5-52D6-979B7A6EFEFD}"/>
          </ac:spMkLst>
        </pc:spChg>
        <pc:spChg chg="add mod">
          <ac:chgData name="Cigdem Onay [Student-PECS]" userId="S::co24abm@herts.ac.uk::c2f816e1-bea6-49c3-aa20-4fa73c22f612" providerId="AD" clId="Web-{142B2908-18B1-1401-8EC0-B6813C5D0275}" dt="2025-03-12T13:04:07.767" v="192" actId="20577"/>
          <ac:spMkLst>
            <pc:docMk/>
            <pc:sldMk cId="2520967088" sldId="259"/>
            <ac:spMk id="8" creationId="{E6F5CBB4-E05E-F74A-DDA1-E8DA36A41169}"/>
          </ac:spMkLst>
        </pc:spChg>
        <pc:picChg chg="add mod">
          <ac:chgData name="Cigdem Onay [Student-PECS]" userId="S::co24abm@herts.ac.uk::c2f816e1-bea6-49c3-aa20-4fa73c22f612" providerId="AD" clId="Web-{142B2908-18B1-1401-8EC0-B6813C5D0275}" dt="2025-03-12T12:46:23.877" v="107" actId="1076"/>
          <ac:picMkLst>
            <pc:docMk/>
            <pc:sldMk cId="2520967088" sldId="259"/>
            <ac:picMk id="2" creationId="{A84E9E58-0F73-FA69-3E69-8D425099DB92}"/>
          </ac:picMkLst>
        </pc:picChg>
        <pc:cxnChg chg="add mod">
          <ac:chgData name="Cigdem Onay [Student-PECS]" userId="S::co24abm@herts.ac.uk::c2f816e1-bea6-49c3-aa20-4fa73c22f612" providerId="AD" clId="Web-{142B2908-18B1-1401-8EC0-B6813C5D0275}" dt="2025-03-12T12:46:46.456" v="112" actId="14100"/>
          <ac:cxnSpMkLst>
            <pc:docMk/>
            <pc:sldMk cId="2520967088" sldId="259"/>
            <ac:cxnSpMk id="3" creationId="{10617A36-BD27-7996-A72B-B2B741544DC1}"/>
          </ac:cxnSpMkLst>
        </pc:cxnChg>
        <pc:cxnChg chg="add mod">
          <ac:chgData name="Cigdem Onay [Student-PECS]" userId="S::co24abm@herts.ac.uk::c2f816e1-bea6-49c3-aa20-4fa73c22f612" providerId="AD" clId="Web-{142B2908-18B1-1401-8EC0-B6813C5D0275}" dt="2025-03-12T12:42:23.007" v="49"/>
          <ac:cxnSpMkLst>
            <pc:docMk/>
            <pc:sldMk cId="2520967088" sldId="259"/>
            <ac:cxnSpMk id="4" creationId="{6BB02336-3A15-37C5-4158-5BA480D4A795}"/>
          </ac:cxnSpMkLst>
        </pc:cxnChg>
        <pc:cxnChg chg="add mod">
          <ac:chgData name="Cigdem Onay [Student-PECS]" userId="S::co24abm@herts.ac.uk::c2f816e1-bea6-49c3-aa20-4fa73c22f612" providerId="AD" clId="Web-{142B2908-18B1-1401-8EC0-B6813C5D0275}" dt="2025-03-12T12:43:09.509" v="57" actId="14100"/>
          <ac:cxnSpMkLst>
            <pc:docMk/>
            <pc:sldMk cId="2520967088" sldId="259"/>
            <ac:cxnSpMk id="5" creationId="{2ED55715-8A0C-BA7C-13A4-F4343F6D2065}"/>
          </ac:cxnSpMkLst>
        </pc:cxnChg>
      </pc:sldChg>
      <pc:sldChg chg="addSp modSp new">
        <pc:chgData name="Cigdem Onay [Student-PECS]" userId="S::co24abm@herts.ac.uk::c2f816e1-bea6-49c3-aa20-4fa73c22f612" providerId="AD" clId="Web-{142B2908-18B1-1401-8EC0-B6813C5D0275}" dt="2025-03-12T13:07:22.087" v="232" actId="20577"/>
        <pc:sldMkLst>
          <pc:docMk/>
          <pc:sldMk cId="3236235312" sldId="260"/>
        </pc:sldMkLst>
        <pc:spChg chg="add mod">
          <ac:chgData name="Cigdem Onay [Student-PECS]" userId="S::co24abm@herts.ac.uk::c2f816e1-bea6-49c3-aa20-4fa73c22f612" providerId="AD" clId="Web-{142B2908-18B1-1401-8EC0-B6813C5D0275}" dt="2025-03-12T13:07:22.087" v="232" actId="20577"/>
          <ac:spMkLst>
            <pc:docMk/>
            <pc:sldMk cId="3236235312" sldId="260"/>
            <ac:spMk id="3" creationId="{67847392-4763-B437-4CFE-DF81BE9B8339}"/>
          </ac:spMkLst>
        </pc:spChg>
        <pc:picChg chg="add mod">
          <ac:chgData name="Cigdem Onay [Student-PECS]" userId="S::co24abm@herts.ac.uk::c2f816e1-bea6-49c3-aa20-4fa73c22f612" providerId="AD" clId="Web-{142B2908-18B1-1401-8EC0-B6813C5D0275}" dt="2025-03-12T13:05:01.800" v="199" actId="1076"/>
          <ac:picMkLst>
            <pc:docMk/>
            <pc:sldMk cId="3236235312" sldId="260"/>
            <ac:picMk id="2" creationId="{1B7705AA-D991-D625-3DBF-0E9E6BE4EA21}"/>
          </ac:picMkLst>
        </pc:picChg>
      </pc:sldChg>
      <pc:sldChg chg="addSp modSp new">
        <pc:chgData name="Cigdem Onay [Student-PECS]" userId="S::co24abm@herts.ac.uk::c2f816e1-bea6-49c3-aa20-4fa73c22f612" providerId="AD" clId="Web-{142B2908-18B1-1401-8EC0-B6813C5D0275}" dt="2025-03-12T13:08:09.949" v="259" actId="20577"/>
        <pc:sldMkLst>
          <pc:docMk/>
          <pc:sldMk cId="3631486007" sldId="261"/>
        </pc:sldMkLst>
        <pc:spChg chg="add mod">
          <ac:chgData name="Cigdem Onay [Student-PECS]" userId="S::co24abm@herts.ac.uk::c2f816e1-bea6-49c3-aa20-4fa73c22f612" providerId="AD" clId="Web-{142B2908-18B1-1401-8EC0-B6813C5D0275}" dt="2025-03-12T13:08:09.949" v="259" actId="20577"/>
          <ac:spMkLst>
            <pc:docMk/>
            <pc:sldMk cId="3631486007" sldId="261"/>
            <ac:spMk id="3" creationId="{7E5CBFEF-7CB9-4218-BEF3-77DDF80B6764}"/>
          </ac:spMkLst>
        </pc:spChg>
        <pc:picChg chg="add mod">
          <ac:chgData name="Cigdem Onay [Student-PECS]" userId="S::co24abm@herts.ac.uk::c2f816e1-bea6-49c3-aa20-4fa73c22f612" providerId="AD" clId="Web-{142B2908-18B1-1401-8EC0-B6813C5D0275}" dt="2025-03-12T13:05:17.707" v="200"/>
          <ac:picMkLst>
            <pc:docMk/>
            <pc:sldMk cId="3631486007" sldId="261"/>
            <ac:picMk id="2" creationId="{C28116A9-8CD1-C4F7-4E50-474B497DFE65}"/>
          </ac:picMkLst>
        </pc:picChg>
      </pc:sldChg>
      <pc:sldChg chg="addSp modSp new">
        <pc:chgData name="Cigdem Onay [Student-PECS]" userId="S::co24abm@herts.ac.uk::c2f816e1-bea6-49c3-aa20-4fa73c22f612" providerId="AD" clId="Web-{142B2908-18B1-1401-8EC0-B6813C5D0275}" dt="2025-03-12T13:09:26.921" v="320" actId="20577"/>
        <pc:sldMkLst>
          <pc:docMk/>
          <pc:sldMk cId="3456481299" sldId="262"/>
        </pc:sldMkLst>
        <pc:spChg chg="add mod">
          <ac:chgData name="Cigdem Onay [Student-PECS]" userId="S::co24abm@herts.ac.uk::c2f816e1-bea6-49c3-aa20-4fa73c22f612" providerId="AD" clId="Web-{142B2908-18B1-1401-8EC0-B6813C5D0275}" dt="2025-03-12T13:09:26.921" v="320" actId="20577"/>
          <ac:spMkLst>
            <pc:docMk/>
            <pc:sldMk cId="3456481299" sldId="262"/>
            <ac:spMk id="3" creationId="{D81FFA06-2B65-1A49-6895-E9608B59CFD4}"/>
          </ac:spMkLst>
        </pc:spChg>
        <pc:picChg chg="add mod">
          <ac:chgData name="Cigdem Onay [Student-PECS]" userId="S::co24abm@herts.ac.uk::c2f816e1-bea6-49c3-aa20-4fa73c22f612" providerId="AD" clId="Web-{142B2908-18B1-1401-8EC0-B6813C5D0275}" dt="2025-03-12T13:05:48.318" v="203" actId="14100"/>
          <ac:picMkLst>
            <pc:docMk/>
            <pc:sldMk cId="3456481299" sldId="262"/>
            <ac:picMk id="2" creationId="{24495850-9137-11BE-3B0A-6EF74D46B1D3}"/>
          </ac:picMkLst>
        </pc:picChg>
      </pc:sldChg>
      <pc:sldChg chg="addSp modSp new">
        <pc:chgData name="Cigdem Onay [Student-PECS]" userId="S::co24abm@herts.ac.uk::c2f816e1-bea6-49c3-aa20-4fa73c22f612" providerId="AD" clId="Web-{142B2908-18B1-1401-8EC0-B6813C5D0275}" dt="2025-03-12T13:11:00.612" v="371" actId="20577"/>
        <pc:sldMkLst>
          <pc:docMk/>
          <pc:sldMk cId="1464873142" sldId="263"/>
        </pc:sldMkLst>
        <pc:spChg chg="add mod">
          <ac:chgData name="Cigdem Onay [Student-PECS]" userId="S::co24abm@herts.ac.uk::c2f816e1-bea6-49c3-aa20-4fa73c22f612" providerId="AD" clId="Web-{142B2908-18B1-1401-8EC0-B6813C5D0275}" dt="2025-03-12T13:11:00.612" v="371" actId="20577"/>
          <ac:spMkLst>
            <pc:docMk/>
            <pc:sldMk cId="1464873142" sldId="263"/>
            <ac:spMk id="3" creationId="{F5768CA8-1A32-2775-4D79-2565E828CC7F}"/>
          </ac:spMkLst>
        </pc:spChg>
        <pc:picChg chg="add mod">
          <ac:chgData name="Cigdem Onay [Student-PECS]" userId="S::co24abm@herts.ac.uk::c2f816e1-bea6-49c3-aa20-4fa73c22f612" providerId="AD" clId="Web-{142B2908-18B1-1401-8EC0-B6813C5D0275}" dt="2025-03-12T13:06:08.647" v="204"/>
          <ac:picMkLst>
            <pc:docMk/>
            <pc:sldMk cId="1464873142" sldId="263"/>
            <ac:picMk id="2" creationId="{DE15FF73-CB03-A5A0-7FFF-46CDDD500759}"/>
          </ac:picMkLst>
        </pc:picChg>
      </pc:sldChg>
    </pc:docChg>
  </pc:docChgLst>
  <pc:docChgLst>
    <pc:chgData name="Cigdem Onay [Student-PECS]" userId="S::co24abm@herts.ac.uk::c2f816e1-bea6-49c3-aa20-4fa73c22f612" providerId="AD" clId="Web-{DF5EAFCB-6C2C-F6E0-7A95-B93D3925457E}"/>
    <pc:docChg chg="modSld">
      <pc:chgData name="Cigdem Onay [Student-PECS]" userId="S::co24abm@herts.ac.uk::c2f816e1-bea6-49c3-aa20-4fa73c22f612" providerId="AD" clId="Web-{DF5EAFCB-6C2C-F6E0-7A95-B93D3925457E}" dt="2025-03-02T18:46:23.091" v="0" actId="14100"/>
      <pc:docMkLst>
        <pc:docMk/>
      </pc:docMkLst>
      <pc:sldChg chg="modSp">
        <pc:chgData name="Cigdem Onay [Student-PECS]" userId="S::co24abm@herts.ac.uk::c2f816e1-bea6-49c3-aa20-4fa73c22f612" providerId="AD" clId="Web-{DF5EAFCB-6C2C-F6E0-7A95-B93D3925457E}" dt="2025-03-02T18:46:23.091" v="0" actId="14100"/>
        <pc:sldMkLst>
          <pc:docMk/>
          <pc:sldMk cId="605372398" sldId="256"/>
        </pc:sldMkLst>
        <pc:spChg chg="mod">
          <ac:chgData name="Cigdem Onay [Student-PECS]" userId="S::co24abm@herts.ac.uk::c2f816e1-bea6-49c3-aa20-4fa73c22f612" providerId="AD" clId="Web-{DF5EAFCB-6C2C-F6E0-7A95-B93D3925457E}" dt="2025-03-02T18:46:23.091" v="0" actId="14100"/>
          <ac:spMkLst>
            <pc:docMk/>
            <pc:sldMk cId="605372398" sldId="256"/>
            <ac:spMk id="39" creationId="{1F7EB949-367C-5B5E-578B-EFBB72FA4097}"/>
          </ac:spMkLst>
        </pc:spChg>
      </pc:sldChg>
    </pc:docChg>
  </pc:docChgLst>
  <pc:docChgLst>
    <pc:chgData name="Alexander Saleh [Student-PECS]" userId="d399a3c2-7b8e-4ffe-8293-df5a68d6b105" providerId="ADAL" clId="{860E11EE-76F5-49D1-8B6D-4BC60C855BAF}"/>
    <pc:docChg chg="undo custSel modSld">
      <pc:chgData name="Alexander Saleh [Student-PECS]" userId="d399a3c2-7b8e-4ffe-8293-df5a68d6b105" providerId="ADAL" clId="{860E11EE-76F5-49D1-8B6D-4BC60C855BAF}" dt="2025-04-24T14:33:52.047" v="2175" actId="13926"/>
      <pc:docMkLst>
        <pc:docMk/>
      </pc:docMkLst>
      <pc:sldChg chg="addSp delSp modSp mod">
        <pc:chgData name="Alexander Saleh [Student-PECS]" userId="d399a3c2-7b8e-4ffe-8293-df5a68d6b105" providerId="ADAL" clId="{860E11EE-76F5-49D1-8B6D-4BC60C855BAF}" dt="2025-04-24T14:33:01.285" v="2166" actId="13926"/>
        <pc:sldMkLst>
          <pc:docMk/>
          <pc:sldMk cId="605372398" sldId="256"/>
        </pc:sldMkLst>
        <pc:spChg chg="add mod">
          <ac:chgData name="Alexander Saleh [Student-PECS]" userId="d399a3c2-7b8e-4ffe-8293-df5a68d6b105" providerId="ADAL" clId="{860E11EE-76F5-49D1-8B6D-4BC60C855BAF}" dt="2025-04-24T14:33:01.285" v="2166" actId="13926"/>
          <ac:spMkLst>
            <pc:docMk/>
            <pc:sldMk cId="605372398" sldId="256"/>
            <ac:spMk id="6" creationId="{255CB7FC-6B89-E2A1-77ED-669E91748D33}"/>
          </ac:spMkLst>
        </pc:spChg>
        <pc:spChg chg="add mod">
          <ac:chgData name="Alexander Saleh [Student-PECS]" userId="d399a3c2-7b8e-4ffe-8293-df5a68d6b105" providerId="ADAL" clId="{860E11EE-76F5-49D1-8B6D-4BC60C855BAF}" dt="2025-04-24T14:32:54.584" v="2165" actId="13926"/>
          <ac:spMkLst>
            <pc:docMk/>
            <pc:sldMk cId="605372398" sldId="256"/>
            <ac:spMk id="8" creationId="{7A25CDEB-03AE-6A58-C07C-CF6C95180842}"/>
          </ac:spMkLst>
        </pc:spChg>
        <pc:spChg chg="add del mod">
          <ac:chgData name="Alexander Saleh [Student-PECS]" userId="d399a3c2-7b8e-4ffe-8293-df5a68d6b105" providerId="ADAL" clId="{860E11EE-76F5-49D1-8B6D-4BC60C855BAF}" dt="2025-04-07T23:30:38.337" v="1612" actId="1076"/>
          <ac:spMkLst>
            <pc:docMk/>
            <pc:sldMk cId="605372398" sldId="256"/>
            <ac:spMk id="23" creationId="{935E7E8F-083E-B390-83A1-7AD13A4F425F}"/>
          </ac:spMkLst>
        </pc:spChg>
        <pc:spChg chg="add del mod">
          <ac:chgData name="Alexander Saleh [Student-PECS]" userId="d399a3c2-7b8e-4ffe-8293-df5a68d6b105" providerId="ADAL" clId="{860E11EE-76F5-49D1-8B6D-4BC60C855BAF}" dt="2025-04-07T19:05:05.150" v="38" actId="6549"/>
          <ac:spMkLst>
            <pc:docMk/>
            <pc:sldMk cId="605372398" sldId="256"/>
            <ac:spMk id="24" creationId="{E954CAA5-418C-8C0F-7D25-BC5FE8D91C28}"/>
          </ac:spMkLst>
        </pc:spChg>
        <pc:spChg chg="add del mod">
          <ac:chgData name="Alexander Saleh [Student-PECS]" userId="d399a3c2-7b8e-4ffe-8293-df5a68d6b105" providerId="ADAL" clId="{860E11EE-76F5-49D1-8B6D-4BC60C855BAF}" dt="2025-04-07T23:30:49.481" v="1614" actId="1076"/>
          <ac:spMkLst>
            <pc:docMk/>
            <pc:sldMk cId="605372398" sldId="256"/>
            <ac:spMk id="27" creationId="{146D403B-D2AA-7B32-022B-B1C5CE068637}"/>
          </ac:spMkLst>
        </pc:spChg>
        <pc:spChg chg="add del mod">
          <ac:chgData name="Alexander Saleh [Student-PECS]" userId="d399a3c2-7b8e-4ffe-8293-df5a68d6b105" providerId="ADAL" clId="{860E11EE-76F5-49D1-8B6D-4BC60C855BAF}" dt="2025-04-07T23:30:06.268" v="1607" actId="1076"/>
          <ac:spMkLst>
            <pc:docMk/>
            <pc:sldMk cId="605372398" sldId="256"/>
            <ac:spMk id="29" creationId="{71872645-E026-39A9-A6FF-A65E158441DC}"/>
          </ac:spMkLst>
        </pc:spChg>
        <pc:spChg chg="add del mod">
          <ac:chgData name="Alexander Saleh [Student-PECS]" userId="d399a3c2-7b8e-4ffe-8293-df5a68d6b105" providerId="ADAL" clId="{860E11EE-76F5-49D1-8B6D-4BC60C855BAF}" dt="2025-04-07T23:30:28.425" v="1610" actId="1076"/>
          <ac:spMkLst>
            <pc:docMk/>
            <pc:sldMk cId="605372398" sldId="256"/>
            <ac:spMk id="36" creationId="{F305106E-D14E-F62A-186F-3E9FD7FA4563}"/>
          </ac:spMkLst>
        </pc:spChg>
        <pc:inkChg chg="add mod">
          <ac:chgData name="Alexander Saleh [Student-PECS]" userId="d399a3c2-7b8e-4ffe-8293-df5a68d6b105" providerId="ADAL" clId="{860E11EE-76F5-49D1-8B6D-4BC60C855BAF}" dt="2025-04-07T19:09:08.100" v="187" actId="1076"/>
          <ac:inkMkLst>
            <pc:docMk/>
            <pc:sldMk cId="605372398" sldId="256"/>
            <ac:inkMk id="2" creationId="{F73D0558-2894-7451-BD8B-F14545C51E45}"/>
          </ac:inkMkLst>
        </pc:inkChg>
        <pc:inkChg chg="add">
          <ac:chgData name="Alexander Saleh [Student-PECS]" userId="d399a3c2-7b8e-4ffe-8293-df5a68d6b105" providerId="ADAL" clId="{860E11EE-76F5-49D1-8B6D-4BC60C855BAF}" dt="2025-04-07T23:26:21.435" v="1246" actId="9405"/>
          <ac:inkMkLst>
            <pc:docMk/>
            <pc:sldMk cId="605372398" sldId="256"/>
            <ac:inkMk id="3" creationId="{807192C5-DAC8-D920-7510-CB9DF65EB9B3}"/>
          </ac:inkMkLst>
        </pc:inkChg>
        <pc:inkChg chg="add">
          <ac:chgData name="Alexander Saleh [Student-PECS]" userId="d399a3c2-7b8e-4ffe-8293-df5a68d6b105" providerId="ADAL" clId="{860E11EE-76F5-49D1-8B6D-4BC60C855BAF}" dt="2025-04-07T19:07:45.954" v="43"/>
          <ac:inkMkLst>
            <pc:docMk/>
            <pc:sldMk cId="605372398" sldId="256"/>
            <ac:inkMk id="4" creationId="{E42F3CC6-6631-D868-E390-B3DB4322D387}"/>
          </ac:inkMkLst>
        </pc:inkChg>
        <pc:inkChg chg="add">
          <ac:chgData name="Alexander Saleh [Student-PECS]" userId="d399a3c2-7b8e-4ffe-8293-df5a68d6b105" providerId="ADAL" clId="{860E11EE-76F5-49D1-8B6D-4BC60C855BAF}" dt="2025-04-07T23:26:24.563" v="1247" actId="9405"/>
          <ac:inkMkLst>
            <pc:docMk/>
            <pc:sldMk cId="605372398" sldId="256"/>
            <ac:inkMk id="7" creationId="{0FFB5ABB-36B9-48AE-F3F0-2B4485AF0778}"/>
          </ac:inkMkLst>
        </pc:inkChg>
        <pc:cxnChg chg="add del mod">
          <ac:chgData name="Alexander Saleh [Student-PECS]" userId="d399a3c2-7b8e-4ffe-8293-df5a68d6b105" providerId="ADAL" clId="{860E11EE-76F5-49D1-8B6D-4BC60C855BAF}" dt="2025-04-07T23:30:41.862" v="1613" actId="14100"/>
          <ac:cxnSpMkLst>
            <pc:docMk/>
            <pc:sldMk cId="605372398" sldId="256"/>
            <ac:cxnSpMk id="13" creationId="{D9580E4F-2202-384B-965D-97768A1581EB}"/>
          </ac:cxnSpMkLst>
        </pc:cxnChg>
        <pc:cxnChg chg="add del mod">
          <ac:chgData name="Alexander Saleh [Student-PECS]" userId="d399a3c2-7b8e-4ffe-8293-df5a68d6b105" providerId="ADAL" clId="{860E11EE-76F5-49D1-8B6D-4BC60C855BAF}" dt="2025-04-07T23:30:33.791" v="1611" actId="14100"/>
          <ac:cxnSpMkLst>
            <pc:docMk/>
            <pc:sldMk cId="605372398" sldId="256"/>
            <ac:cxnSpMk id="15" creationId="{503D79DF-B741-4956-41F7-8C879584DE28}"/>
          </ac:cxnSpMkLst>
        </pc:cxnChg>
        <pc:cxnChg chg="add del">
          <ac:chgData name="Alexander Saleh [Student-PECS]" userId="d399a3c2-7b8e-4ffe-8293-df5a68d6b105" providerId="ADAL" clId="{860E11EE-76F5-49D1-8B6D-4BC60C855BAF}" dt="2025-04-07T19:05:04.750" v="36" actId="478"/>
          <ac:cxnSpMkLst>
            <pc:docMk/>
            <pc:sldMk cId="605372398" sldId="256"/>
            <ac:cxnSpMk id="17" creationId="{D7118345-E947-81B4-698C-B3BD16A8A614}"/>
          </ac:cxnSpMkLst>
        </pc:cxnChg>
        <pc:cxnChg chg="add del mod">
          <ac:chgData name="Alexander Saleh [Student-PECS]" userId="d399a3c2-7b8e-4ffe-8293-df5a68d6b105" providerId="ADAL" clId="{860E11EE-76F5-49D1-8B6D-4BC60C855BAF}" dt="2025-04-07T23:31:02.737" v="1616" actId="14100"/>
          <ac:cxnSpMkLst>
            <pc:docMk/>
            <pc:sldMk cId="605372398" sldId="256"/>
            <ac:cxnSpMk id="25" creationId="{5391306B-48BC-6911-85F1-A7439A37076A}"/>
          </ac:cxnSpMkLst>
        </pc:cxnChg>
      </pc:sldChg>
      <pc:sldChg chg="addSp delSp mod">
        <pc:chgData name="Alexander Saleh [Student-PECS]" userId="d399a3c2-7b8e-4ffe-8293-df5a68d6b105" providerId="ADAL" clId="{860E11EE-76F5-49D1-8B6D-4BC60C855BAF}" dt="2025-04-07T19:05:03.196" v="28" actId="478"/>
        <pc:sldMkLst>
          <pc:docMk/>
          <pc:sldMk cId="4260893981" sldId="257"/>
        </pc:sldMkLst>
        <pc:spChg chg="add del">
          <ac:chgData name="Alexander Saleh [Student-PECS]" userId="d399a3c2-7b8e-4ffe-8293-df5a68d6b105" providerId="ADAL" clId="{860E11EE-76F5-49D1-8B6D-4BC60C855BAF}" dt="2025-04-07T19:05:02.025" v="22" actId="478"/>
          <ac:spMkLst>
            <pc:docMk/>
            <pc:sldMk cId="4260893981" sldId="257"/>
            <ac:spMk id="14" creationId="{2AB909E4-729F-EFBD-11E4-8C20ADD6E030}"/>
          </ac:spMkLst>
        </pc:spChg>
        <pc:spChg chg="add del">
          <ac:chgData name="Alexander Saleh [Student-PECS]" userId="d399a3c2-7b8e-4ffe-8293-df5a68d6b105" providerId="ADAL" clId="{860E11EE-76F5-49D1-8B6D-4BC60C855BAF}" dt="2025-04-07T19:05:03.196" v="28" actId="478"/>
          <ac:spMkLst>
            <pc:docMk/>
            <pc:sldMk cId="4260893981" sldId="257"/>
            <ac:spMk id="23" creationId="{868A4FD9-EAD1-C075-091F-A78974703203}"/>
          </ac:spMkLst>
        </pc:spChg>
        <pc:cxnChg chg="add del">
          <ac:chgData name="Alexander Saleh [Student-PECS]" userId="d399a3c2-7b8e-4ffe-8293-df5a68d6b105" providerId="ADAL" clId="{860E11EE-76F5-49D1-8B6D-4BC60C855BAF}" dt="2025-04-07T19:05:02.602" v="25" actId="478"/>
          <ac:cxnSpMkLst>
            <pc:docMk/>
            <pc:sldMk cId="4260893981" sldId="257"/>
            <ac:cxnSpMk id="5" creationId="{E10D31E1-FD58-3548-16A9-555CF9C20327}"/>
          </ac:cxnSpMkLst>
        </pc:cxnChg>
        <pc:cxnChg chg="add del">
          <ac:chgData name="Alexander Saleh [Student-PECS]" userId="d399a3c2-7b8e-4ffe-8293-df5a68d6b105" providerId="ADAL" clId="{860E11EE-76F5-49D1-8B6D-4BC60C855BAF}" dt="2025-04-07T19:05:02.407" v="24" actId="478"/>
          <ac:cxnSpMkLst>
            <pc:docMk/>
            <pc:sldMk cId="4260893981" sldId="257"/>
            <ac:cxnSpMk id="7" creationId="{80301213-B36D-1CB2-BC22-85127CB4F9C8}"/>
          </ac:cxnSpMkLst>
        </pc:cxnChg>
        <pc:cxnChg chg="add del">
          <ac:chgData name="Alexander Saleh [Student-PECS]" userId="d399a3c2-7b8e-4ffe-8293-df5a68d6b105" providerId="ADAL" clId="{860E11EE-76F5-49D1-8B6D-4BC60C855BAF}" dt="2025-04-07T19:05:02.219" v="23" actId="478"/>
          <ac:cxnSpMkLst>
            <pc:docMk/>
            <pc:sldMk cId="4260893981" sldId="257"/>
            <ac:cxnSpMk id="10" creationId="{1BCD5755-A42F-6C40-3C15-22246F47A85B}"/>
          </ac:cxnSpMkLst>
        </pc:cxnChg>
        <pc:cxnChg chg="add del">
          <ac:chgData name="Alexander Saleh [Student-PECS]" userId="d399a3c2-7b8e-4ffe-8293-df5a68d6b105" providerId="ADAL" clId="{860E11EE-76F5-49D1-8B6D-4BC60C855BAF}" dt="2025-04-07T19:05:02.799" v="26" actId="478"/>
          <ac:cxnSpMkLst>
            <pc:docMk/>
            <pc:sldMk cId="4260893981" sldId="257"/>
            <ac:cxnSpMk id="15" creationId="{D97C7027-1924-01A0-E6F2-BDBD247F010E}"/>
          </ac:cxnSpMkLst>
        </pc:cxnChg>
        <pc:cxnChg chg="add del">
          <ac:chgData name="Alexander Saleh [Student-PECS]" userId="d399a3c2-7b8e-4ffe-8293-df5a68d6b105" providerId="ADAL" clId="{860E11EE-76F5-49D1-8B6D-4BC60C855BAF}" dt="2025-04-07T19:05:03" v="27" actId="478"/>
          <ac:cxnSpMkLst>
            <pc:docMk/>
            <pc:sldMk cId="4260893981" sldId="257"/>
            <ac:cxnSpMk id="19" creationId="{16A2CFDC-B18B-552A-4A63-19BD978EA554}"/>
          </ac:cxnSpMkLst>
        </pc:cxnChg>
      </pc:sldChg>
      <pc:sldChg chg="addSp delSp modSp mod">
        <pc:chgData name="Alexander Saleh [Student-PECS]" userId="d399a3c2-7b8e-4ffe-8293-df5a68d6b105" providerId="ADAL" clId="{860E11EE-76F5-49D1-8B6D-4BC60C855BAF}" dt="2025-04-24T14:33:29.050" v="2171" actId="13926"/>
        <pc:sldMkLst>
          <pc:docMk/>
          <pc:sldMk cId="1660734181" sldId="258"/>
        </pc:sldMkLst>
        <pc:spChg chg="add mod">
          <ac:chgData name="Alexander Saleh [Student-PECS]" userId="d399a3c2-7b8e-4ffe-8293-df5a68d6b105" providerId="ADAL" clId="{860E11EE-76F5-49D1-8B6D-4BC60C855BAF}" dt="2025-04-24T14:33:29.050" v="2171" actId="13926"/>
          <ac:spMkLst>
            <pc:docMk/>
            <pc:sldMk cId="1660734181" sldId="258"/>
            <ac:spMk id="8" creationId="{0FEED69F-6EA4-C474-07BC-A1BFE3460ED0}"/>
          </ac:spMkLst>
        </pc:spChg>
        <pc:spChg chg="add del">
          <ac:chgData name="Alexander Saleh [Student-PECS]" userId="d399a3c2-7b8e-4ffe-8293-df5a68d6b105" providerId="ADAL" clId="{860E11EE-76F5-49D1-8B6D-4BC60C855BAF}" dt="2025-04-07T19:05:01.794" v="21" actId="478"/>
          <ac:spMkLst>
            <pc:docMk/>
            <pc:sldMk cId="1660734181" sldId="258"/>
            <ac:spMk id="41" creationId="{E1726DF4-5464-A860-C01A-8E7E3812F60D}"/>
          </ac:spMkLst>
        </pc:spChg>
        <pc:grpChg chg="mod">
          <ac:chgData name="Alexander Saleh [Student-PECS]" userId="d399a3c2-7b8e-4ffe-8293-df5a68d6b105" providerId="ADAL" clId="{860E11EE-76F5-49D1-8B6D-4BC60C855BAF}" dt="2025-04-07T23:44:05.422" v="1873"/>
          <ac:grpSpMkLst>
            <pc:docMk/>
            <pc:sldMk cId="1660734181" sldId="258"/>
            <ac:grpSpMk id="7" creationId="{71BAE570-D9D0-53CA-EB80-D943EA79BDEA}"/>
          </ac:grpSpMkLst>
        </pc:grpChg>
        <pc:inkChg chg="add mod">
          <ac:chgData name="Alexander Saleh [Student-PECS]" userId="d399a3c2-7b8e-4ffe-8293-df5a68d6b105" providerId="ADAL" clId="{860E11EE-76F5-49D1-8B6D-4BC60C855BAF}" dt="2025-04-07T23:44:05.422" v="1873"/>
          <ac:inkMkLst>
            <pc:docMk/>
            <pc:sldMk cId="1660734181" sldId="258"/>
            <ac:inkMk id="2" creationId="{EDCA4D7F-8D52-710B-A613-9BF0B1928EA5}"/>
          </ac:inkMkLst>
        </pc:inkChg>
        <pc:inkChg chg="add mod">
          <ac:chgData name="Alexander Saleh [Student-PECS]" userId="d399a3c2-7b8e-4ffe-8293-df5a68d6b105" providerId="ADAL" clId="{860E11EE-76F5-49D1-8B6D-4BC60C855BAF}" dt="2025-04-07T23:44:05.422" v="1873"/>
          <ac:inkMkLst>
            <pc:docMk/>
            <pc:sldMk cId="1660734181" sldId="258"/>
            <ac:inkMk id="5" creationId="{94BACB94-0CB4-E093-E868-90861EAA84E1}"/>
          </ac:inkMkLst>
        </pc:inkChg>
      </pc:sldChg>
      <pc:sldChg chg="addSp delSp modSp mod">
        <pc:chgData name="Alexander Saleh [Student-PECS]" userId="d399a3c2-7b8e-4ffe-8293-df5a68d6b105" providerId="ADAL" clId="{860E11EE-76F5-49D1-8B6D-4BC60C855BAF}" dt="2025-04-24T14:33:35.029" v="2172" actId="13926"/>
        <pc:sldMkLst>
          <pc:docMk/>
          <pc:sldMk cId="2520967088" sldId="259"/>
        </pc:sldMkLst>
        <pc:spChg chg="add mod">
          <ac:chgData name="Alexander Saleh [Student-PECS]" userId="d399a3c2-7b8e-4ffe-8293-df5a68d6b105" providerId="ADAL" clId="{860E11EE-76F5-49D1-8B6D-4BC60C855BAF}" dt="2025-04-24T14:33:12.904" v="2168" actId="13926"/>
          <ac:spMkLst>
            <pc:docMk/>
            <pc:sldMk cId="2520967088" sldId="259"/>
            <ac:spMk id="11" creationId="{E421C878-F493-5C49-65A9-C45FB4893080}"/>
          </ac:spMkLst>
        </pc:spChg>
        <pc:spChg chg="add mod">
          <ac:chgData name="Alexander Saleh [Student-PECS]" userId="d399a3c2-7b8e-4ffe-8293-df5a68d6b105" providerId="ADAL" clId="{860E11EE-76F5-49D1-8B6D-4BC60C855BAF}" dt="2025-04-24T14:33:35.029" v="2172" actId="13926"/>
          <ac:spMkLst>
            <pc:docMk/>
            <pc:sldMk cId="2520967088" sldId="259"/>
            <ac:spMk id="16" creationId="{2FE95DB7-2AF9-7157-ECBA-F00AA31E5892}"/>
          </ac:spMkLst>
        </pc:spChg>
        <pc:spChg chg="add mod">
          <ac:chgData name="Alexander Saleh [Student-PECS]" userId="d399a3c2-7b8e-4ffe-8293-df5a68d6b105" providerId="ADAL" clId="{860E11EE-76F5-49D1-8B6D-4BC60C855BAF}" dt="2025-04-24T14:33:19.951" v="2169" actId="14100"/>
          <ac:spMkLst>
            <pc:docMk/>
            <pc:sldMk cId="2520967088" sldId="259"/>
            <ac:spMk id="22" creationId="{9A1E1376-D842-21E7-4A9A-DE18E98DD6EC}"/>
          </ac:spMkLst>
        </pc:spChg>
        <pc:grpChg chg="mod">
          <ac:chgData name="Alexander Saleh [Student-PECS]" userId="d399a3c2-7b8e-4ffe-8293-df5a68d6b105" providerId="ADAL" clId="{860E11EE-76F5-49D1-8B6D-4BC60C855BAF}" dt="2025-04-07T19:16:48.016" v="398"/>
          <ac:grpSpMkLst>
            <pc:docMk/>
            <pc:sldMk cId="2520967088" sldId="259"/>
            <ac:grpSpMk id="15" creationId="{89FFE30A-7170-8F9A-B99A-A6D024F50126}"/>
          </ac:grpSpMkLst>
        </pc:grpChg>
        <pc:grpChg chg="mod">
          <ac:chgData name="Alexander Saleh [Student-PECS]" userId="d399a3c2-7b8e-4ffe-8293-df5a68d6b105" providerId="ADAL" clId="{860E11EE-76F5-49D1-8B6D-4BC60C855BAF}" dt="2025-04-17T14:37:41.749" v="2163" actId="1076"/>
          <ac:grpSpMkLst>
            <pc:docMk/>
            <pc:sldMk cId="2520967088" sldId="259"/>
            <ac:grpSpMk id="21" creationId="{4533C7C5-094D-AA8B-E420-86960E4D4F7D}"/>
          </ac:grpSpMkLst>
        </pc:grpChg>
        <pc:picChg chg="mod">
          <ac:chgData name="Alexander Saleh [Student-PECS]" userId="d399a3c2-7b8e-4ffe-8293-df5a68d6b105" providerId="ADAL" clId="{860E11EE-76F5-49D1-8B6D-4BC60C855BAF}" dt="2025-04-24T14:33:24.036" v="2170" actId="14100"/>
          <ac:picMkLst>
            <pc:docMk/>
            <pc:sldMk cId="2520967088" sldId="259"/>
            <ac:picMk id="2" creationId="{A84E9E58-0F73-FA69-3E69-8D425099DB92}"/>
          </ac:picMkLst>
        </pc:picChg>
        <pc:inkChg chg="add">
          <ac:chgData name="Alexander Saleh [Student-PECS]" userId="d399a3c2-7b8e-4ffe-8293-df5a68d6b105" providerId="ADAL" clId="{860E11EE-76F5-49D1-8B6D-4BC60C855BAF}" dt="2025-04-07T19:10:04.251" v="189" actId="9405"/>
          <ac:inkMkLst>
            <pc:docMk/>
            <pc:sldMk cId="2520967088" sldId="259"/>
            <ac:inkMk id="9" creationId="{F6F83A0F-EAA9-D62F-0BD5-0B2842C20090}"/>
          </ac:inkMkLst>
        </pc:inkChg>
        <pc:inkChg chg="add">
          <ac:chgData name="Alexander Saleh [Student-PECS]" userId="d399a3c2-7b8e-4ffe-8293-df5a68d6b105" providerId="ADAL" clId="{860E11EE-76F5-49D1-8B6D-4BC60C855BAF}" dt="2025-04-07T19:10:07.375" v="190" actId="9405"/>
          <ac:inkMkLst>
            <pc:docMk/>
            <pc:sldMk cId="2520967088" sldId="259"/>
            <ac:inkMk id="10" creationId="{019DC389-5FC6-3042-2C8F-9C97D6EA3880}"/>
          </ac:inkMkLst>
        </pc:inkChg>
        <pc:inkChg chg="add">
          <ac:chgData name="Alexander Saleh [Student-PECS]" userId="d399a3c2-7b8e-4ffe-8293-df5a68d6b105" providerId="ADAL" clId="{860E11EE-76F5-49D1-8B6D-4BC60C855BAF}" dt="2025-04-07T19:16:40.974" v="395" actId="9405"/>
          <ac:inkMkLst>
            <pc:docMk/>
            <pc:sldMk cId="2520967088" sldId="259"/>
            <ac:inkMk id="12" creationId="{7249D2E0-8395-B0AE-6004-46FE18F2C382}"/>
          </ac:inkMkLst>
        </pc:inkChg>
        <pc:inkChg chg="add mod">
          <ac:chgData name="Alexander Saleh [Student-PECS]" userId="d399a3c2-7b8e-4ffe-8293-df5a68d6b105" providerId="ADAL" clId="{860E11EE-76F5-49D1-8B6D-4BC60C855BAF}" dt="2025-04-07T19:16:48.016" v="398"/>
          <ac:inkMkLst>
            <pc:docMk/>
            <pc:sldMk cId="2520967088" sldId="259"/>
            <ac:inkMk id="13" creationId="{1D62514F-3657-08B8-C17F-07E72ACA887F}"/>
          </ac:inkMkLst>
        </pc:inkChg>
        <pc:inkChg chg="add mod">
          <ac:chgData name="Alexander Saleh [Student-PECS]" userId="d399a3c2-7b8e-4ffe-8293-df5a68d6b105" providerId="ADAL" clId="{860E11EE-76F5-49D1-8B6D-4BC60C855BAF}" dt="2025-04-07T19:16:48.016" v="398"/>
          <ac:inkMkLst>
            <pc:docMk/>
            <pc:sldMk cId="2520967088" sldId="259"/>
            <ac:inkMk id="14" creationId="{303C6FE6-5D55-B96D-EAB7-06333E5C1184}"/>
          </ac:inkMkLst>
        </pc:inkChg>
        <pc:inkChg chg="add mod">
          <ac:chgData name="Alexander Saleh [Student-PECS]" userId="d399a3c2-7b8e-4ffe-8293-df5a68d6b105" providerId="ADAL" clId="{860E11EE-76F5-49D1-8B6D-4BC60C855BAF}" dt="2025-04-17T14:37:26.237" v="2161" actId="1076"/>
          <ac:inkMkLst>
            <pc:docMk/>
            <pc:sldMk cId="2520967088" sldId="259"/>
            <ac:inkMk id="18" creationId="{66DAA3C9-EA2B-1656-8923-ED858C07D80E}"/>
          </ac:inkMkLst>
        </pc:inkChg>
        <pc:inkChg chg="add mod">
          <ac:chgData name="Alexander Saleh [Student-PECS]" userId="d399a3c2-7b8e-4ffe-8293-df5a68d6b105" providerId="ADAL" clId="{860E11EE-76F5-49D1-8B6D-4BC60C855BAF}" dt="2025-04-07T23:33:28.043" v="1623"/>
          <ac:inkMkLst>
            <pc:docMk/>
            <pc:sldMk cId="2520967088" sldId="259"/>
            <ac:inkMk id="19" creationId="{733E013D-97BB-8111-9C6E-AC6BAB52C41B}"/>
          </ac:inkMkLst>
        </pc:inkChg>
        <pc:inkChg chg="add mod">
          <ac:chgData name="Alexander Saleh [Student-PECS]" userId="d399a3c2-7b8e-4ffe-8293-df5a68d6b105" providerId="ADAL" clId="{860E11EE-76F5-49D1-8B6D-4BC60C855BAF}" dt="2025-04-07T23:33:28.043" v="1623"/>
          <ac:inkMkLst>
            <pc:docMk/>
            <pc:sldMk cId="2520967088" sldId="259"/>
            <ac:inkMk id="20" creationId="{7FF96987-A7C3-A676-E584-7A3AF12E8FC0}"/>
          </ac:inkMkLst>
        </pc:inkChg>
      </pc:sldChg>
      <pc:sldChg chg="addSp modSp mod">
        <pc:chgData name="Alexander Saleh [Student-PECS]" userId="d399a3c2-7b8e-4ffe-8293-df5a68d6b105" providerId="ADAL" clId="{860E11EE-76F5-49D1-8B6D-4BC60C855BAF}" dt="2025-04-24T14:33:52.047" v="2175" actId="13926"/>
        <pc:sldMkLst>
          <pc:docMk/>
          <pc:sldMk cId="3456481299" sldId="262"/>
        </pc:sldMkLst>
        <pc:spChg chg="add mod">
          <ac:chgData name="Alexander Saleh [Student-PECS]" userId="d399a3c2-7b8e-4ffe-8293-df5a68d6b105" providerId="ADAL" clId="{860E11EE-76F5-49D1-8B6D-4BC60C855BAF}" dt="2025-04-24T14:33:52.047" v="2175" actId="13926"/>
          <ac:spMkLst>
            <pc:docMk/>
            <pc:sldMk cId="3456481299" sldId="262"/>
            <ac:spMk id="6" creationId="{13DDD19B-B94F-CD87-C6B5-7B2F0A1E093F}"/>
          </ac:spMkLst>
        </pc:spChg>
        <pc:inkChg chg="add">
          <ac:chgData name="Alexander Saleh [Student-PECS]" userId="d399a3c2-7b8e-4ffe-8293-df5a68d6b105" providerId="ADAL" clId="{860E11EE-76F5-49D1-8B6D-4BC60C855BAF}" dt="2025-04-07T19:22:47.977" v="569" actId="9405"/>
          <ac:inkMkLst>
            <pc:docMk/>
            <pc:sldMk cId="3456481299" sldId="262"/>
            <ac:inkMk id="4" creationId="{AF2D82AB-759C-B426-5A90-F1D1597EEA99}"/>
          </ac:inkMkLst>
        </pc:inkChg>
        <pc:inkChg chg="add">
          <ac:chgData name="Alexander Saleh [Student-PECS]" userId="d399a3c2-7b8e-4ffe-8293-df5a68d6b105" providerId="ADAL" clId="{860E11EE-76F5-49D1-8B6D-4BC60C855BAF}" dt="2025-04-07T19:22:51.464" v="570" actId="9405"/>
          <ac:inkMkLst>
            <pc:docMk/>
            <pc:sldMk cId="3456481299" sldId="262"/>
            <ac:inkMk id="5" creationId="{776467E0-5D18-F521-E169-BCE0EA799DF5}"/>
          </ac:inkMkLst>
        </pc:inkChg>
      </pc:sldChg>
      <pc:sldChg chg="addSp delSp modSp mod">
        <pc:chgData name="Alexander Saleh [Student-PECS]" userId="d399a3c2-7b8e-4ffe-8293-df5a68d6b105" providerId="ADAL" clId="{860E11EE-76F5-49D1-8B6D-4BC60C855BAF}" dt="2025-04-24T14:33:46.958" v="2174" actId="13926"/>
        <pc:sldMkLst>
          <pc:docMk/>
          <pc:sldMk cId="1464873142" sldId="263"/>
        </pc:sldMkLst>
        <pc:spChg chg="add mod">
          <ac:chgData name="Alexander Saleh [Student-PECS]" userId="d399a3c2-7b8e-4ffe-8293-df5a68d6b105" providerId="ADAL" clId="{860E11EE-76F5-49D1-8B6D-4BC60C855BAF}" dt="2025-04-24T14:33:46.958" v="2174" actId="13926"/>
          <ac:spMkLst>
            <pc:docMk/>
            <pc:sldMk cId="1464873142" sldId="263"/>
            <ac:spMk id="9" creationId="{CC720D75-EAAF-E9E2-BE9B-5E0B31512046}"/>
          </ac:spMkLst>
        </pc:spChg>
        <pc:spChg chg="add mod">
          <ac:chgData name="Alexander Saleh [Student-PECS]" userId="d399a3c2-7b8e-4ffe-8293-df5a68d6b105" providerId="ADAL" clId="{860E11EE-76F5-49D1-8B6D-4BC60C855BAF}" dt="2025-04-24T14:33:43.668" v="2173" actId="13926"/>
          <ac:spMkLst>
            <pc:docMk/>
            <pc:sldMk cId="1464873142" sldId="263"/>
            <ac:spMk id="10" creationId="{65B7A6D1-1D7C-F21E-CE21-A77912B26EDB}"/>
          </ac:spMkLst>
        </pc:spChg>
        <pc:grpChg chg="mod">
          <ac:chgData name="Alexander Saleh [Student-PECS]" userId="d399a3c2-7b8e-4ffe-8293-df5a68d6b105" providerId="ADAL" clId="{860E11EE-76F5-49D1-8B6D-4BC60C855BAF}" dt="2025-04-07T19:25:26.294" v="687"/>
          <ac:grpSpMkLst>
            <pc:docMk/>
            <pc:sldMk cId="1464873142" sldId="263"/>
            <ac:grpSpMk id="6" creationId="{67A8F658-F4C3-08B6-5F4E-E5DEF5E84DE3}"/>
          </ac:grpSpMkLst>
        </pc:grpChg>
        <pc:inkChg chg="add mod">
          <ac:chgData name="Alexander Saleh [Student-PECS]" userId="d399a3c2-7b8e-4ffe-8293-df5a68d6b105" providerId="ADAL" clId="{860E11EE-76F5-49D1-8B6D-4BC60C855BAF}" dt="2025-04-07T19:25:26.294" v="687"/>
          <ac:inkMkLst>
            <pc:docMk/>
            <pc:sldMk cId="1464873142" sldId="263"/>
            <ac:inkMk id="4" creationId="{9256C659-7CBF-949F-4F94-5B04A55B53AA}"/>
          </ac:inkMkLst>
        </pc:inkChg>
        <pc:inkChg chg="add mod">
          <ac:chgData name="Alexander Saleh [Student-PECS]" userId="d399a3c2-7b8e-4ffe-8293-df5a68d6b105" providerId="ADAL" clId="{860E11EE-76F5-49D1-8B6D-4BC60C855BAF}" dt="2025-04-07T19:25:26.294" v="687"/>
          <ac:inkMkLst>
            <pc:docMk/>
            <pc:sldMk cId="1464873142" sldId="263"/>
            <ac:inkMk id="5" creationId="{C4872C68-FC07-E2F1-B59E-6B7C37E251F2}"/>
          </ac:inkMkLst>
        </pc:inkChg>
        <pc:inkChg chg="add">
          <ac:chgData name="Alexander Saleh [Student-PECS]" userId="d399a3c2-7b8e-4ffe-8293-df5a68d6b105" providerId="ADAL" clId="{860E11EE-76F5-49D1-8B6D-4BC60C855BAF}" dt="2025-04-07T19:25:29.925" v="689"/>
          <ac:inkMkLst>
            <pc:docMk/>
            <pc:sldMk cId="1464873142" sldId="263"/>
            <ac:inkMk id="8" creationId="{90326D77-ACEC-B3A4-9A46-E5B88373F129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41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2109 24575,'0'-305'0,"0"291"0,2 0 0,3-17 0,-2 16 0,1-25 0,-4 0 0,-1 27 0,1 0 0,0 0 0,1 1 0,1-1 0,0 0 0,5-18 0,-2 15 0,-1 0 0,-1-1 0,-1 1 0,2-33 0,-3 30 0,13-93 0,-8 63 0,-2 22 0,0-30 0,-4 20 0,8-59 0,-3 47 0,-2 1 0,-4-61 0,0 31 0,0-1 0,2-87 0,6 103 0,1-27 0,-9 50 0,0 19 0,1 1 0,1 0 0,1 0 0,5-26 0,-3 27 0,-2 0 0,0-1 0,-1 1 0,-1-1 0,-3-23 0,3 41 0,0 0 0,0 1 0,0-1 0,0 0 0,-1 0 0,1 1 0,-1-1 0,1 1 0,-1-1 0,1 0 0,-1 1 0,0-1 0,0 1 0,0-1 0,0 1 0,0 0 0,0-1 0,0 1 0,0 0 0,-1 0 0,1 0 0,0 0 0,-1 0 0,1 0 0,-1 0 0,1 0 0,-1 0 0,1 1 0,-1-1 0,0 1 0,1-1 0,-1 1 0,0 0 0,1-1 0,-1 1 0,0 0 0,0 0 0,1 0 0,-1 1 0,0-1 0,-2 1 0,-1 0 0,-1 0 0,1 1 0,0 0 0,-1 0 0,1 0 0,0 0 0,0 1 0,0 0 0,1 0 0,-1 1 0,-6 6 0,-18 24 0,22-24 0,-1-1 0,0 0 0,-17 14 0,-91 58 0,107-75 0,1 1 0,0 0 0,-14 15 0,16-15 0,0-1 0,0 0 0,-1 0 0,1-1 0,-1 1 0,-1-1 0,-8 4 0,-15 4 0,8-4 0,-30 18 0,53-27-45,-1 1-1,0-1 1,0 0-1,1 1 1,-1-1-1,0 1 1,0 0-1,1-1 1,-1 1-1,1-1 1,-1 1-1,1 0 1,-1 0-1,1-1 1,-1 1-1,1 0 1,-1 0-1,1-1 1,0 1-1,0 0 1,-1 0-1,1 0 1,0 0-1,0 0 0,0-1 1,0 1-1,0 0 1,0 0-1,0 1 1,3 3-6781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07:45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24440,'693'375'0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26:21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2009 24575,'0'-464'0,"-1"439"0,-6-33 0,0 10 0,1 3 0,3 26 0,-2-32 0,6-394 0,-2 432 0,0-1 0,-5-19 0,3 19 0,-2-27 0,4-307 0,3 169 0,-2 32 0,0 145 0,0-1 0,0 0 0,-1 1 0,1-1 0,0 0 0,-1 1 0,0-1 0,1 1 0,-1-1 0,0 1 0,0-1 0,-1 1 0,1 0 0,0 0 0,-1-1 0,1 1 0,-1 0 0,-3-3 0,2 3 0,1 0 0,-1 1 0,0-1 0,-1 1 0,1-1 0,0 1 0,0 0 0,-1 0 0,1 0 0,0 1 0,-1-1 0,1 1 0,-7 0 0,2 0 0,-1 0 0,1 1 0,-1 0 0,1 1 0,0-1 0,0 2 0,-1-1 0,1 1 0,1 0 0,-1 1 0,1 0 0,-1 0 0,1 1 0,0 0 0,0 0 0,1 1 0,-10 10 0,3-2 0,-29 22 0,30-27 0,1 0 0,1 1 0,0 0 0,-15 18 0,22-24 0,0 0 0,0-1 0,-1 1 0,0-1 0,0 0 0,0 0 0,0 0 0,0-1 0,0 1 0,-1-1 0,1 0 0,-9 2 0,4-1 0,1 1 0,0-1 0,-8 6 0,10-5 0,0-1 0,0-1 0,-1 1 0,0-1 0,1 0 0,-12 2 0,12-3 0,1 0 0,-1 0 0,1 1 0,-1-1 0,1 1 0,0 1 0,0-1 0,0 1 0,0 0 0,-5 3 0,-13 13 0,-13 11 0,33-27 0,0 0 0,0 0 0,1 1 0,-1-1 0,1 1 0,-1-1 0,1 1 0,-1 4 0,2-8 2,1 1 0,0-1 0,0 0 0,0 0 0,0 1 0,0-1 0,0 0 0,0 0 0,0 1 0,0-1 0,0 0 0,0 1 0,0-1 0,0 0 0,0 0 1,0 1-1,0-1 0,0 0 0,0 1 0,0-1 0,0 0 0,0 0 0,1 1 0,-1-1 0,0 0 0,0 0 0,0 1 0,0-1 0,1 0 0,-1 0 0,0 0 0,0 0 0,0 1 0,1-1 0,-1 0 0,0 0 0,0 0 0,1 0 0,-1 0 0,0 1 0,1-1 0,-1 0 0,0 0 0,0 0 0,1 0 0,-1 0 0,0 0 0,0 0 0,1 0 0,-1 0 0,0 0 0,1 0 0,-1 0 0,1-1 0,15-2-1478,-5-1-5350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26:2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24575,'9'2'0,"-1"-1"0,1 1 0,-1 0 0,0 1 0,0 0 0,15 8 0,-14-6 0,-4-3 0,0 1 0,-1 0 0,1 0 0,6 7 0,15 9 0,128 52 0,-142-66 0,0 2 0,0-1 0,19 16 0,-18-13 0,-1 0 0,21 9 0,0 0 0,0 1 0,49 37 0,-72-50 0,0 0 0,0-1 0,0 0 0,1 0 0,20 5 0,-17-6 0,25 14 0,-31-13 0,0-1 0,0-1 0,13 5 0,-17-7-124,0 0 0,0 1 0,0-1 0,0 1 0,0 0 0,-1 0-1,1 0 1,-1 0 0,1 1 0,4 4 0,0 2-6702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04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659 2026 24575,'0'-21'0,"1"-8"0,-1-1 0,-2 0 0,-1 1 0,-11-49 0,8 54 0,-3-30 0,4 19 0,1 8 0,2-53 0,2 55 0,-1 0 0,-6-41 0,4 45 0,1 0 0,1-41 0,1 40 0,0-1 0,-5-30 0,-1-9 0,2 9 0,2 43 0,-1 0 0,-5-16 0,4 16 0,1 1 0,0 0 0,-2-16 0,-25-190 0,27 191 0,-9-30 0,-2-14 0,12 48 0,-4-19 0,0-51 0,5 70 0,0 1 0,-2 0 0,-5-21 0,-5 4 0,10 29 0,0 1 0,0-1 0,1 0 0,0 0 0,-1-8 0,-13-113 0,3 44 0,9 63 0,-8-24 0,0-5 0,11 48 0,1 1 0,0-1 0,-1 0 0,1 1 0,-1-1 0,0 1 0,0-1 0,0 1 0,1-1 0,-1 1 0,0 0 0,-1-1 0,1 1 0,0 0 0,0 0 0,0 0 0,-1 0 0,1 0 0,-2-1 0,0 1 0,0-1 0,0 1 0,0 0 0,0 1 0,1-1 0,-2 1 0,1-1 0,0 1 0,0 0 0,-3 0 0,1 0 0,0 1 0,0-1 0,0 1 0,0 0 0,0 1 0,0-1 0,0 1 0,1 0 0,-1 0 0,0 1 0,1-1 0,-8 6 0,1 6 0,0-1 0,0 1 0,1 1 0,1 0 0,0 0 0,-7 21 0,-3 0 0,13-25 0,-2 0 0,1-1 0,-2 0 0,-13 13 0,-9 11 0,18-16 0,1 0 0,-12 25 0,2-4 0,22-39-24,0 1-34,-1-1 0,1 1-1,0-1 1,0 1 0,-1-1 0,1 0-1,0 1 1,-1-1 0,1 1-1,0-1 1,-1 0 0,1 1-1,-1-1 1,1 1 0,-1-1-1,1 0 1,-1 0 0,1 1-1,-1-1 1,1 0 0,-1 0-1,0 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0:07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24575,'2'0'0,"7"0"0,0 0 0,0 0 0,0 1 0,0 0 0,0 0 0,0 1 0,11 4 0,28 12 0,1-2 0,53 10 0,-91-24 0,0 2 0,0 0 0,14 7 0,-16-7 0,1 1 0,0-2 0,18 6 0,-21-7 0,0 0 0,0 1 0,0-1 0,0 2 0,-1-1 0,0 1 0,1 0 0,9 8 0,-7-5 0,1 0 0,13 7 0,59 31 0,-71-38 0,-3-2 0,0 0 0,1 0 0,0 0 0,15 4 0,-23-9-57,1 1 0,-1-1 1,0 0-1,1 1 0,-1-1 0,0 1 0,0-1 0,1 1 0,-1 0 0,0 0 0,0-1 1,0 1-1,0 0 0,0 0 0,0 0 0,0 0 0,0 0 0,0 0 0,-1 0 1,1 0-1,0 1 0,0-1 0,0 1 0,-1 7-6769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40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24575,'0'1487'0,"-7"-1151"0,-1-11 0,9 675 0,-17-787 0,1-7 0,15 799 0,1-428 0,-1 780 0,8-1150 0,-1-16 0,-7 379 0,0-266 0,7-106 0,1-12 0,-7-67 0,9 372 0,9 95 0,-13-382 0,1 141 0,-8 2039 0,3-2352 0,1-1 0,7 32 0,4 39 0,-12-21-1365,-2-61-5461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44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488 342 24575,'-2'0'0,"0"-1"0,1 1 0,-1 0 0,0-1 0,0 0 0,1 1 0,-1-1 0,1 0 0,-1 0 0,1 0 0,-1 0 0,1 0 0,-2-1 0,-20-21 0,9 9 0,-105-89 0,107 93 0,-1 1 0,-18-10 0,20 13 0,0-1 0,1 0 0,0 0 0,-17-16 0,15 9 0,5 7 0,0-1 0,0 1 0,-9-7 0,13 12 0,-1 0 0,0 0 0,1 0 0,-1 0 0,0 1 0,0 0 0,0-1 0,0 1 0,0 0 0,0 1 0,-4-1 0,4 1 0,1 0 0,0 0 0,0-1 0,-1 1 0,1-1 0,0 0 0,0 0 0,0 0 0,0 0 0,0 0 0,0-1 0,0 1 0,-4-5 0,-17-8-1365,13 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16:47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1 371 24575,'3'-2'0,"0"0"0,0 0 0,0 0 0,1 0 0,-1 1 0,1 0 0,5-2 0,9-3 0,-15 4 0,20-8 0,30-19 0,-41 22 0,0 2 0,0-1 0,0 2 0,15-5 0,24-9 0,-39 12 0,0-2 0,0 1 0,-1-1 0,1-1 0,16-17 0,-8 7 0,-14 14 0,0 1 0,-1 1 0,1-1 0,10-3 0,-10 4 0,0 0 0,0 0 0,0-1 0,10-7 0,-12 7 0,11-11 0,1 1 0,1 0 0,0 2 0,25-15 0,-31 22 0,-7 4 0,-1-1 0,0 1 0,1-1 0,-1 0 0,0 1 0,0-1 0,0-1 0,0 1 0,-1 0 0,1-1 0,-1 0 0,1 1 0,2-5 0,-5 2-1365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33:20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1891 5037 24420,'-1891'-5037'0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33:24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24575,'0'336'-9,"0"329"-1347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33:27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24575,'12'0'0,"-1"1"0,1 1 0,-1 0 0,0 1 0,13 4 0,-2 1 0,32 16 0,-13 1 0,-31-18 0,1-1 0,-1 0 0,1 0 0,21 7 0,-4-4 0,0 2 0,-1 0 0,0 2 0,40 26 0,-44-26 0,45 18 0,-49-23 0,0 1 0,0 0 0,-1 1 0,20 15 0,-12-6 0,40 21 0,-64-39 0,10 7 0,0 1 0,13 11 0,-16-12 0,0-1 0,1 1 0,0-2 0,11 7 0,6 2 0,8 4 0,-2-11 117,-13-4-1599,-8-1-5344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44:02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12569 5462 24575,'-41'-2'0,"-1"-2"0,-60-14 0,39 6 0,-296-45-258,-179-34-77,-378-131 335,605 136 0,-80-23 0,-84-10 0,281 73 0,21 5 0,-318-81 0,7-28 0,282 79 0,-303-115 0,207 52 0,55 24 0,-327-152 0,138 80 134,347 148 226,-430-212-269,410 191-83,-460-228-8,85 44 0,111 45 0,11-19 0,245 139 0,-395-240 0,199 155 0,27 14 0,137 57 0,73 42 0,-222-163 0,230 160 0,30 23 0,-63-45 0,64 47 0,-35-35 0,46 39 0,-1 0 0,0 2 0,-50-30 0,11 11 0,-8-3 0,61 35 0,1 0 0,-1-1 0,1 0 0,0 0 0,1 0 0,0-1 0,0-1 0,0 1 0,1-1 0,-6-9 0,8 13 0,0-1 0,0 1 0,-1 0 0,1 0 0,-1 0 0,0 1 0,0 0 0,0 0 0,0 0 0,-9-3 0,7 2 0,-1 1 0,1-1 0,0-1 0,-12-9 0,3-3 0,0-1 0,2 0 0,0-1 0,-15-29 0,14 15 0,13 27 0,0 1 0,0 0 0,0 0 0,-1 0 0,0 0 0,0 0 0,0 0 0,-1 1 0,1 0 0,-6-5 0,-3-2 0,-1-1 0,2 0 0,-18-23 0,-8-10 0,6 17 0,24 23 0,0 0 0,1-1 0,0 0 0,0 0 0,-8-12 0,-88-129 0,97 140 0,-10-9 0,14 15 0,1 1 0,0 0 0,-1 0 0,1 0 0,0-1 0,-1 1 0,1 0 0,0 0 0,-1 0 0,1 0 0,0 0 0,-1 0 0,1 0 0,0 0 0,-1 0 0,1 0 0,0 0 0,-1 0 0,1 0 0,-1 0 0,1 0 0,-1 1 0,1-1 0,-1 0 0,1 1 0,-1-1 0,1 1 0,-1-1 0,1 1 0,0-1 0,-1 1 0,1-1 0,0 1 0,0 0 0,-1-1 0,1 1 0,0-1 0,0 1 0,0 0 0,-3 12 0,2 0 0,0-1 0,0 20 0,2-21 0,-2 1 0,1-1 0,-1 1 0,-1-1 0,-3 12 0,1-9 0,-1 0 0,0 0 0,-2-1 0,1 0 0,-10 14 0,7-12 0,2 0 0,0 0 0,0 1 0,1-1 0,1 1 0,-5 27 0,-12 36 0,9-39 0,5-17 0,-13 30 0,-2-1 0,-29 105 0,46-136 0,-2 7 0,7-20 0,-1 0 0,-1 0 0,1 0 0,-1 0 0,-1 0 0,-6 10 0,6-11 32,1 0 0,-1 1 0,-2 7 0,-9 19-1525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44:04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24575,'1032'0'-1365,"-1017"0"-5461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2:47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1 360 24575,'103'-1'0,"114"2"0,-124 5 0,51 2 0,17 0 0,0 0 0,-127-6 0,0 1 0,47 12 0,19 2 0,-67-14 0,155 24 0,-128-17 0,99 2 0,-56-6 0,53-2 0,18 2 0,93 2 0,-84-7 0,-90 6 0,36 2 0,73-2 0,-169-3 0,-8-2 0,46 10 0,-43-6 0,0-1 0,55 3 0,60-9 0,-54-1 0,-85 2 0,61 0 0,73 10 0,-63 0 0,105 0 0,-125-8 0,62 11 0,-62-6 0,61 0 0,-102-6 0,1 0 0,-1 1 0,28 8 0,-24-5 0,33 4 0,-18-7 0,-13-1 0,31 6 0,-28-4 0,0-1 0,47-1 0,-49-2 0,-21 1 0,1 0 0,-1 0 0,0 0 0,0 0 0,1 0 0,-1 0 0,0 0 0,1 0 0,-1 0 0,0 0 0,0 0 0,1 0 0,-1 0 0,0 0 0,1 0 0,-1 0 0,0 0 0,0 0 0,1-1 0,-1 1 0,0 0 0,0 0 0,1 0 0,-1 0 0,0-1 0,0 1 0,0 0 0,1 0 0,-1-1 0,0 1 0,0 0 0,-4-8 0,-13-6 0,8 9 0,0 0 0,0 0 0,0 1 0,0 1 0,-1-1 0,1 1 0,-12-1 0,5 0 0,-1-1 0,-21-8 0,-20-6 0,33 11 0,-1 0 0,1-1 0,0-2 0,-24-14 0,40 20 0,0-1 0,-9-8 0,-12-9 0,15 14 0,5 4 0,1-1 0,-1-1 0,1 1 0,-12-13 0,14 12 0,-1 1 0,0 0 0,0 0 0,-15-8 0,13 8 0,0 0 0,1 0 0,-15-12 0,-52-58 0,-10-10 0,77 76 0,0 2 0,-17-13 0,17 14 0,0 0 0,1 0 0,0-1 0,-8-10 0,8 9 44,-1-1-1,-14-11 0,-5-6-1538,18 15-5331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2:51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1066 0 24575,'-11'1'0,"-1"1"0,0 0 0,0 0 0,1 1 0,-1 1 0,1 0 0,0 0 0,0 1 0,-12 8 0,11-5 0,-22 21 0,26-21 0,-1-1 0,1 0 0,-1 0 0,-1-1 0,-11 6 0,9-6 0,1 0 0,-1 1 0,1 1 0,0 0 0,1 1 0,0-1 0,-11 15 0,10-14 0,-18 15 0,21-18 0,0 0 0,0 0 0,1 1 0,0 0 0,-10 14 0,12-15 0,-1 0 0,1-1 0,-1 1 0,0-1 0,0 0 0,-1 0 0,1-1 0,-1 0 0,0 0 0,-8 3 0,1 0 0,-18 13 0,0 0 0,20-13 0,1 0 0,0 2 0,-11 8 0,12-6 0,-15 21 0,20-26 0,-5 6 0,-1-1 0,0 0 0,-18 13 0,-13 13 0,-10 13 0,48-46 0,0 0 0,0 0 0,0 1 0,-6 10 0,7-10 0,0 0 0,-1-1 0,1 1 0,-1 0 0,-5 3 0,-12 13 0,17-17 0,1-1 0,-1 1 0,0 0 0,0-1 0,0 0 0,-9 5 0,2-2 22,1 1 0,0 1 0,0-1 0,1 1 0,-9 10 0,6-7-770,-23 19-1,28-26-6077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23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7061 102 24575,'-1171'0'0,"1052"-8"0,6 1 0,-16 0 0,-10 0 0,-364 7 0,377-7 0,8 0 0,-693 6 0,392 2 0,-49-10 0,210-9 0,-67-1 0,0 20 0,116 1 0,-717-2 0,770-8 0,1 1 0,-412 7-1365,543 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25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0 709 24575,'7'-6'0,"1"1"0,0 0 0,0 0 0,1 1 0,10-5 0,17-9 0,-27 13 0,10-7 0,1 1 0,27-11 0,-25 12 0,0-1 0,0-1 0,31-23 0,-28 17 0,44-22 0,42-20 0,2 0 0,-64 37 0,75-25 0,-115 45 0,1-1 0,-1 0 0,0-1 0,-1 0 0,11-7 0,-4 2 0,-3 3 0,1 1 0,0 0 0,0 0 0,1 2 0,-1 0 0,1 0 0,0 1 0,18-1 0,-22 1 0,1 1 0,-1-1 0,1-1 0,-1 0 0,0-1 0,-1 0 0,1 0 0,14-11 0,-7 4 0,22-9 0,147-76 0,-183 95-107,15-11 348,-16 7-522,-12 3-937,0 2-5608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9:25:29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24430,'1545'779'0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ED13-FB82-008F-8054-9F4A96545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2F14A-085D-0A1F-8904-BA7FF1EEB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05B67-FA18-FA6E-098F-8829655B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A5CC2-6A8D-7343-6C46-CC80A09E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4971-B275-6683-C6DD-8BA2F02E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28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2C29-460B-20B5-7DC7-727A57C0A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11F84-221F-78ED-A5FB-3E3A039D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EED93-3C14-0F2A-41D2-8A418AB0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3AF10-5DAE-619C-0AAD-E6BC4C91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5DF94-AA38-5BC3-5760-F21FD2B9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98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51C5-5438-6C35-9525-958A63AB0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C8CC9-9A86-4666-3237-FCC995DA8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30D93-F45A-6381-CD9E-7424022A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0BE62-92E5-4765-0389-F166A048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2ACBF-6D44-33C3-130D-E31567F1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4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2FD30-A119-D56B-C7F6-F530238DC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B8416-9ECC-C4CF-4166-664EB490D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8AE14-B8D3-8A4B-A6F5-11AC4D3C3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AAE56-7358-7C4F-5E09-79CEFC565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716F4-4136-5C1E-1869-52FCE18B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1FAE4-34FF-36AD-C2EF-50284753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54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08BB-4AA1-0BCC-BE01-B1F9DA33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CE5A7-5615-3044-AFB4-C7C51DE82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6F822-F7C8-BAF7-8C7A-2B9695DF8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E3164-005F-1342-58EA-77B00446A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54874-82B2-2658-1E09-F52A8E25F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FBF4D8-0679-31FA-219F-AC8E6875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DAC303-057E-0A71-CC9D-AEACC617D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9479E-389F-313B-ACD0-CC1BE8925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85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0537-4014-9279-6FF1-12E01ECB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DD31D7-1585-1132-FDA5-09A35E11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A399C-3CDE-8FB7-3172-4C03BABB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B864A-C7AD-3E2C-3D8C-A9EBCD31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70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C7114-E92C-26E9-1D8D-01CDEA5CC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46DA8-3C6D-87C5-4799-F84FD627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BC0BB-D973-7165-5441-CFA66518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5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85CA-6EF4-CE3F-2AC8-5E71BBEAA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A1E2A-08CB-163D-B76F-0B76A8F92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F60B6-665C-120D-BA68-13858BC83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F9D9D-7470-AE8E-25B2-DCAB4122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DCEBA-5106-AFD1-3E06-CDDE6246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CD020-01B8-BDAD-487F-52CF24B9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467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C7E6-6BC1-3BC0-461E-36AF1FBA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F3FAE-E532-71A3-0C20-833BD3702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B3C70-A86E-E17D-4321-E9B70F08D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04B49-8A61-9473-538A-7B026FD8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FA49D-CB33-61DA-5F5A-088EBA37C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71FEC-2E91-C2D3-01FA-88BE04F1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867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2391-E876-882A-2F29-81BA75FB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3328E-DD6B-902F-4164-6AAFFBBF3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38871-D073-F941-8FDB-7339E03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8EEFF-4B9F-8952-3E60-BA3A1AD7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C172-040E-8402-9A0C-13B8656A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50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2453D9-0956-C903-B1BE-90D2C17B2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CB830-4BF2-F8E0-0E0F-FBE5C45EB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0B03A-55F3-88D5-4F15-6F0B4923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0AC9B-5195-A15F-A384-8F381108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C284F-4B87-29C9-2D6C-1185906C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490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920ED-FB2F-2D0C-4A1F-BFC7ADB3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D38B-2D49-6BD1-FDE6-A777E914C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73436-ED05-5E40-2BE5-EFD513AD0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8BDD9-ABC2-4976-96C9-C8364CEF78AD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35777-D4FE-A130-E307-D89EF9A0D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41BB3-9D15-57CE-2E77-A6B2D195C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14E94-6A9A-4372-B9CA-41DC8008DB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78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0.png"/><Relationship Id="rId18" Type="http://schemas.openxmlformats.org/officeDocument/2006/relationships/customXml" Target="../ink/ink12.xml"/><Relationship Id="rId3" Type="http://schemas.openxmlformats.org/officeDocument/2006/relationships/customXml" Target="../ink/ink5.xml"/><Relationship Id="rId7" Type="http://schemas.openxmlformats.org/officeDocument/2006/relationships/image" Target="../media/image70.png"/><Relationship Id="rId12" Type="http://schemas.openxmlformats.org/officeDocument/2006/relationships/customXml" Target="../ink/ink9.xml"/><Relationship Id="rId17" Type="http://schemas.openxmlformats.org/officeDocument/2006/relationships/image" Target="../media/image12.png"/><Relationship Id="rId2" Type="http://schemas.openxmlformats.org/officeDocument/2006/relationships/image" Target="../media/image7.png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11" Type="http://schemas.openxmlformats.org/officeDocument/2006/relationships/image" Target="../media/image9.png"/><Relationship Id="rId5" Type="http://schemas.openxmlformats.org/officeDocument/2006/relationships/image" Target="../media/image60.png"/><Relationship Id="rId15" Type="http://schemas.openxmlformats.org/officeDocument/2006/relationships/image" Target="../media/image11.png"/><Relationship Id="rId10" Type="http://schemas.openxmlformats.org/officeDocument/2006/relationships/customXml" Target="../ink/ink8.xml"/><Relationship Id="rId19" Type="http://schemas.openxmlformats.org/officeDocument/2006/relationships/image" Target="../media/image13.png"/><Relationship Id="rId9" Type="http://schemas.openxmlformats.org/officeDocument/2006/relationships/image" Target="../media/image8.png"/><Relationship Id="rId14" Type="http://schemas.openxmlformats.org/officeDocument/2006/relationships/customXml" Target="../ink/ink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customXml" Target="../ink/ink14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customXml" Target="../ink/ink16.xml"/><Relationship Id="rId4" Type="http://schemas.openxmlformats.org/officeDocument/2006/relationships/image" Target="../media/image1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png"/><Relationship Id="rId5" Type="http://schemas.openxmlformats.org/officeDocument/2006/relationships/customXml" Target="../ink/ink18.xml"/><Relationship Id="rId4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ebsite with a graduation cap&#10;&#10;AI-generated content may be incorrect.">
            <a:extLst>
              <a:ext uri="{FF2B5EF4-FFF2-40B4-BE49-F238E27FC236}">
                <a16:creationId xmlns:a16="http://schemas.microsoft.com/office/drawing/2014/main" id="{19BDA047-A734-D383-4735-14CFEBA36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886" y="1060703"/>
            <a:ext cx="7874813" cy="498484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580E4F-2202-384B-965D-97768A1581EB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7198157" y="3399154"/>
            <a:ext cx="2804824" cy="1539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3D79DF-B741-4956-41F7-8C879584DE28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9012326" y="4732934"/>
            <a:ext cx="1238763" cy="4411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118345-E947-81B4-698C-B3BD16A8A614}"/>
              </a:ext>
            </a:extLst>
          </p:cNvPr>
          <p:cNvCxnSpPr/>
          <p:nvPr/>
        </p:nvCxnSpPr>
        <p:spPr>
          <a:xfrm flipV="1">
            <a:off x="1719072" y="4732934"/>
            <a:ext cx="2033626" cy="1148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35E7E8F-083E-B390-83A1-7AD13A4F425F}"/>
              </a:ext>
            </a:extLst>
          </p:cNvPr>
          <p:cNvSpPr txBox="1"/>
          <p:nvPr/>
        </p:nvSpPr>
        <p:spPr>
          <a:xfrm>
            <a:off x="10002981" y="2660490"/>
            <a:ext cx="21555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u="sng" dirty="0">
                <a:latin typeface="Aptos Black" panose="020F0502020204030204" pitchFamily="34" charset="0"/>
              </a:rPr>
              <a:t>Signal –to-noise-ratio </a:t>
            </a:r>
            <a:r>
              <a:rPr lang="en-GB" sz="1500" dirty="0">
                <a:latin typeface="Aptos Black" panose="020F0502020204030204" pitchFamily="34" charset="0"/>
              </a:rPr>
              <a:t>has been used throughout. Enhances usability &amp; reduces cognitive load.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54CAA5-418C-8C0F-7D25-BC5FE8D91C28}"/>
              </a:ext>
            </a:extLst>
          </p:cNvPr>
          <p:cNvSpPr txBox="1"/>
          <p:nvPr/>
        </p:nvSpPr>
        <p:spPr>
          <a:xfrm>
            <a:off x="100650" y="5219701"/>
            <a:ext cx="17117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u="sng" dirty="0">
                <a:latin typeface="Aptos Black" panose="020F0502020204030204" pitchFamily="34" charset="0"/>
              </a:rPr>
              <a:t>Hicks Law</a:t>
            </a:r>
          </a:p>
          <a:p>
            <a:r>
              <a:rPr lang="en-GB" sz="1600" dirty="0">
                <a:latin typeface="Aptos Black" panose="020F0502020204030204" pitchFamily="34" charset="0"/>
              </a:rPr>
              <a:t>Simple &amp; limiting options to the most important ones.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91306B-48BC-6911-85F1-A7439A37076A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8472091" y="1646383"/>
            <a:ext cx="1483493" cy="4307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46D403B-D2AA-7B32-022B-B1C5CE068637}"/>
              </a:ext>
            </a:extLst>
          </p:cNvPr>
          <p:cNvSpPr txBox="1"/>
          <p:nvPr/>
        </p:nvSpPr>
        <p:spPr>
          <a:xfrm>
            <a:off x="9955584" y="1684730"/>
            <a:ext cx="224210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u="sng" dirty="0">
                <a:latin typeface="Aptos Black" panose="020F0502020204030204" pitchFamily="34" charset="0"/>
              </a:rPr>
              <a:t>Iconic Representation</a:t>
            </a:r>
          </a:p>
          <a:p>
            <a:r>
              <a:rPr lang="en-GB" sz="1500" dirty="0">
                <a:latin typeface="Aptos Black" panose="020F0502020204030204" pitchFamily="34" charset="0"/>
              </a:rPr>
              <a:t>Symbols instead of words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872645-E026-39A9-A6FF-A65E158441DC}"/>
              </a:ext>
            </a:extLst>
          </p:cNvPr>
          <p:cNvSpPr txBox="1"/>
          <p:nvPr/>
        </p:nvSpPr>
        <p:spPr>
          <a:xfrm>
            <a:off x="112026" y="2052518"/>
            <a:ext cx="193297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u="sng" dirty="0">
                <a:latin typeface="Aptos Black" panose="020F0502020204030204" pitchFamily="34" charset="0"/>
              </a:rPr>
              <a:t>Five Hat Racks</a:t>
            </a:r>
          </a:p>
          <a:p>
            <a:r>
              <a:rPr lang="en-GB" sz="1500" dirty="0">
                <a:latin typeface="Aptos Black" panose="020F0502020204030204" pitchFamily="34" charset="0"/>
              </a:rPr>
              <a:t>Popular layout. Sorting by ranking, improving user experience.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05106E-D14E-F62A-186F-3E9FD7FA4563}"/>
              </a:ext>
            </a:extLst>
          </p:cNvPr>
          <p:cNvSpPr txBox="1"/>
          <p:nvPr/>
        </p:nvSpPr>
        <p:spPr>
          <a:xfrm>
            <a:off x="10251089" y="4550802"/>
            <a:ext cx="190743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u="sng" dirty="0">
                <a:latin typeface="Aptos Black" panose="020F0502020204030204" pitchFamily="34" charset="0"/>
              </a:rPr>
              <a:t>Ockham’s Razor</a:t>
            </a:r>
          </a:p>
          <a:p>
            <a:r>
              <a:rPr lang="en-GB" sz="1500" dirty="0">
                <a:latin typeface="Aptos Black" panose="020F0502020204030204" pitchFamily="34" charset="0"/>
              </a:rPr>
              <a:t>Simple minimal design throughout including simple relatable logo.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7EB949-367C-5B5E-578B-EFBB72FA4097}"/>
              </a:ext>
            </a:extLst>
          </p:cNvPr>
          <p:cNvSpPr txBox="1"/>
          <p:nvPr/>
        </p:nvSpPr>
        <p:spPr>
          <a:xfrm>
            <a:off x="8808889" y="5797297"/>
            <a:ext cx="11308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1" dirty="0"/>
              <a:t>By Cigdem Onay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3D0558-2894-7451-BD8B-F14545C51E45}"/>
                  </a:ext>
                </a:extLst>
              </p14:cNvPr>
              <p14:cNvContentPartPr/>
              <p14:nvPr/>
            </p14:nvContentPartPr>
            <p14:xfrm>
              <a:off x="8378517" y="763102"/>
              <a:ext cx="195120" cy="759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3D0558-2894-7451-BD8B-F14545C51E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2397" y="756982"/>
                <a:ext cx="207360" cy="7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2F3CC6-6631-D868-E390-B3DB4322D387}"/>
                  </a:ext>
                </a:extLst>
              </p14:cNvPr>
              <p14:cNvContentPartPr/>
              <p14:nvPr/>
            </p14:nvContentPartPr>
            <p14:xfrm>
              <a:off x="8572557" y="758422"/>
              <a:ext cx="249840" cy="135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2F3CC6-6631-D868-E390-B3DB4322D3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66437" y="752302"/>
                <a:ext cx="262080" cy="1476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55CB7FC-6B89-E2A1-77ED-669E91748D33}"/>
              </a:ext>
            </a:extLst>
          </p:cNvPr>
          <p:cNvSpPr txBox="1"/>
          <p:nvPr/>
        </p:nvSpPr>
        <p:spPr>
          <a:xfrm>
            <a:off x="5795870" y="25270"/>
            <a:ext cx="6075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I would move the text box slightly to the left and put the settings and profile icon on the right for consistency. I would repeat this throughout all the web pages for repetition.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07192C5-DAC8-D920-7510-CB9DF65EB9B3}"/>
                  </a:ext>
                </a:extLst>
              </p14:cNvPr>
              <p14:cNvContentPartPr/>
              <p14:nvPr/>
            </p14:nvContentPartPr>
            <p14:xfrm>
              <a:off x="2941797" y="887302"/>
              <a:ext cx="248400" cy="72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07192C5-DAC8-D920-7510-CB9DF65EB9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35677" y="881182"/>
                <a:ext cx="260640" cy="73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FB5ABB-36B9-48AE-F3F0-2B4485AF0778}"/>
                  </a:ext>
                </a:extLst>
              </p14:cNvPr>
              <p14:cNvContentPartPr/>
              <p14:nvPr/>
            </p14:nvContentPartPr>
            <p14:xfrm>
              <a:off x="3143037" y="867502"/>
              <a:ext cx="288000" cy="151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FB5ABB-36B9-48AE-F3F0-2B4485AF077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36917" y="861382"/>
                <a:ext cx="300240" cy="1641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A25CDEB-03AE-6A58-C07C-CF6C95180842}"/>
              </a:ext>
            </a:extLst>
          </p:cNvPr>
          <p:cNvSpPr txBox="1"/>
          <p:nvPr/>
        </p:nvSpPr>
        <p:spPr>
          <a:xfrm>
            <a:off x="62082" y="-57178"/>
            <a:ext cx="43016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This design with a navigation bar aligns well with the top of the page. Since many websites do this, it makes it easier for the user to understand and use the website.</a:t>
            </a:r>
          </a:p>
        </p:txBody>
      </p:sp>
    </p:spTree>
    <p:extLst>
      <p:ext uri="{BB962C8B-B14F-4D97-AF65-F5344CB8AC3E}">
        <p14:creationId xmlns:p14="http://schemas.microsoft.com/office/powerpoint/2010/main" val="605372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login form&#10;&#10;AI-generated content may be incorrect.">
            <a:extLst>
              <a:ext uri="{FF2B5EF4-FFF2-40B4-BE49-F238E27FC236}">
                <a16:creationId xmlns:a16="http://schemas.microsoft.com/office/drawing/2014/main" id="{16ED2A8C-A208-3B90-0CF6-78228996A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542" y="1211201"/>
            <a:ext cx="7661429" cy="498925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0D31E1-FD58-3548-16A9-555CF9C20327}"/>
              </a:ext>
            </a:extLst>
          </p:cNvPr>
          <p:cNvCxnSpPr>
            <a:cxnSpLocks/>
          </p:cNvCxnSpPr>
          <p:nvPr/>
        </p:nvCxnSpPr>
        <p:spPr>
          <a:xfrm flipH="1">
            <a:off x="5310835" y="1020932"/>
            <a:ext cx="1249763" cy="16637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301213-B36D-1CB2-BC22-85127CB4F9C8}"/>
              </a:ext>
            </a:extLst>
          </p:cNvPr>
          <p:cNvCxnSpPr>
            <a:cxnSpLocks/>
          </p:cNvCxnSpPr>
          <p:nvPr/>
        </p:nvCxnSpPr>
        <p:spPr>
          <a:xfrm>
            <a:off x="6560598" y="1028176"/>
            <a:ext cx="555955" cy="1887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CD5755-A42F-6C40-3C15-22246F47A85B}"/>
              </a:ext>
            </a:extLst>
          </p:cNvPr>
          <p:cNvCxnSpPr>
            <a:cxnSpLocks/>
          </p:cNvCxnSpPr>
          <p:nvPr/>
        </p:nvCxnSpPr>
        <p:spPr>
          <a:xfrm flipH="1">
            <a:off x="3928262" y="1020932"/>
            <a:ext cx="2632336" cy="683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AB909E4-729F-EFBD-11E4-8C20ADD6E030}"/>
              </a:ext>
            </a:extLst>
          </p:cNvPr>
          <p:cNvSpPr txBox="1"/>
          <p:nvPr/>
        </p:nvSpPr>
        <p:spPr>
          <a:xfrm>
            <a:off x="819303" y="237848"/>
            <a:ext cx="10343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ptos Black" panose="020B0004020202020204" pitchFamily="34" charset="0"/>
              </a:rPr>
              <a:t>The simplicity, user –friendly ease of use and clutter free theme is carried on throughout the website. This makes the platform compatible with mobile use and reduces decision time. </a:t>
            </a:r>
            <a:r>
              <a:rPr lang="en-GB" sz="1600" u="sng" dirty="0">
                <a:latin typeface="Aptos Black" panose="020B0004020202020204" pitchFamily="34" charset="0"/>
              </a:rPr>
              <a:t>Golden Ratio </a:t>
            </a:r>
            <a:r>
              <a:rPr lang="en-GB" sz="1600" dirty="0">
                <a:latin typeface="Aptos Black" panose="020B0004020202020204" pitchFamily="34" charset="0"/>
              </a:rPr>
              <a:t>rule for layout has been used to make website pleasing to the eye.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7C7027-1924-01A0-E6F2-BDBD247F010E}"/>
              </a:ext>
            </a:extLst>
          </p:cNvPr>
          <p:cNvCxnSpPr>
            <a:cxnSpLocks/>
          </p:cNvCxnSpPr>
          <p:nvPr/>
        </p:nvCxnSpPr>
        <p:spPr>
          <a:xfrm flipH="1" flipV="1">
            <a:off x="9782458" y="1971837"/>
            <a:ext cx="480768" cy="5957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A2CFDC-B18B-552A-4A63-19BD978EA554}"/>
              </a:ext>
            </a:extLst>
          </p:cNvPr>
          <p:cNvCxnSpPr>
            <a:cxnSpLocks/>
          </p:cNvCxnSpPr>
          <p:nvPr/>
        </p:nvCxnSpPr>
        <p:spPr>
          <a:xfrm flipH="1" flipV="1">
            <a:off x="9446952" y="1971836"/>
            <a:ext cx="816274" cy="5957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68A4FD9-EAD1-C075-091F-A78974703203}"/>
              </a:ext>
            </a:extLst>
          </p:cNvPr>
          <p:cNvSpPr txBox="1"/>
          <p:nvPr/>
        </p:nvSpPr>
        <p:spPr>
          <a:xfrm>
            <a:off x="9991176" y="2478207"/>
            <a:ext cx="220082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u="sng" dirty="0">
                <a:latin typeface="Aptos Black" panose="020F0502020204030204" pitchFamily="34" charset="0"/>
              </a:rPr>
              <a:t>Iconic Representation</a:t>
            </a:r>
          </a:p>
          <a:p>
            <a:r>
              <a:rPr lang="en-GB" sz="1500" dirty="0">
                <a:latin typeface="Aptos Black" panose="020F0502020204030204" pitchFamily="34" charset="0"/>
              </a:rPr>
              <a:t>Symbols instead of words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4B1EE9-956C-01BB-2F36-741390AF4E20}"/>
              </a:ext>
            </a:extLst>
          </p:cNvPr>
          <p:cNvSpPr txBox="1"/>
          <p:nvPr/>
        </p:nvSpPr>
        <p:spPr>
          <a:xfrm>
            <a:off x="8987523" y="5969318"/>
            <a:ext cx="1179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1" dirty="0"/>
              <a:t>By Cigdem Onay</a:t>
            </a:r>
          </a:p>
        </p:txBody>
      </p:sp>
    </p:spTree>
    <p:extLst>
      <p:ext uri="{BB962C8B-B14F-4D97-AF65-F5344CB8AC3E}">
        <p14:creationId xmlns:p14="http://schemas.microsoft.com/office/powerpoint/2010/main" val="4260893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A84E9E58-0F73-FA69-3E69-8D425099D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87" y="917272"/>
            <a:ext cx="8603055" cy="495345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0617A36-BD27-7996-A72B-B2B741544DC1}"/>
              </a:ext>
            </a:extLst>
          </p:cNvPr>
          <p:cNvCxnSpPr/>
          <p:nvPr/>
        </p:nvCxnSpPr>
        <p:spPr>
          <a:xfrm flipH="1">
            <a:off x="9398224" y="1590627"/>
            <a:ext cx="976741" cy="7483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BB02336-3A15-37C5-4158-5BA480D4A795}"/>
              </a:ext>
            </a:extLst>
          </p:cNvPr>
          <p:cNvCxnSpPr/>
          <p:nvPr/>
        </p:nvCxnSpPr>
        <p:spPr>
          <a:xfrm flipH="1" flipV="1">
            <a:off x="8916855" y="3073802"/>
            <a:ext cx="1479971" cy="9930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D55715-8A0C-BA7C-13A4-F4343F6D2065}"/>
              </a:ext>
            </a:extLst>
          </p:cNvPr>
          <p:cNvCxnSpPr/>
          <p:nvPr/>
        </p:nvCxnSpPr>
        <p:spPr>
          <a:xfrm flipV="1">
            <a:off x="4433712" y="5148446"/>
            <a:ext cx="694950" cy="9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91D9907-0E03-7696-047E-24F84200054A}"/>
              </a:ext>
            </a:extLst>
          </p:cNvPr>
          <p:cNvSpPr txBox="1"/>
          <p:nvPr/>
        </p:nvSpPr>
        <p:spPr>
          <a:xfrm>
            <a:off x="2790723" y="6109110"/>
            <a:ext cx="27432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500" dirty="0">
                <a:latin typeface="Aptos Black"/>
                <a:cs typeface="Segoe UI"/>
              </a:rPr>
              <a:t>Simple Button to view calendar for availability and contact info.</a:t>
            </a:r>
            <a:endParaRPr lang="en-US" sz="1500" dirty="0">
              <a:latin typeface="Aptos Black"/>
              <a:cs typeface="Segoe UI"/>
            </a:endParaRPr>
          </a:p>
          <a:p>
            <a:endParaRPr lang="en-GB" sz="1500" dirty="0">
              <a:latin typeface="Aptos Black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31AC4-99F6-16D5-52D6-979B7A6EFEFD}"/>
              </a:ext>
            </a:extLst>
          </p:cNvPr>
          <p:cNvSpPr txBox="1"/>
          <p:nvPr/>
        </p:nvSpPr>
        <p:spPr>
          <a:xfrm>
            <a:off x="10418916" y="1184787"/>
            <a:ext cx="150597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500" dirty="0">
                <a:latin typeface="Aptos Black"/>
              </a:rPr>
              <a:t>Easy to recognise review system.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5CBB4-E05E-F74A-DDA1-E8DA36A41169}"/>
              </a:ext>
            </a:extLst>
          </p:cNvPr>
          <p:cNvSpPr txBox="1"/>
          <p:nvPr/>
        </p:nvSpPr>
        <p:spPr>
          <a:xfrm>
            <a:off x="10443498" y="3651045"/>
            <a:ext cx="148139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500" dirty="0">
                <a:latin typeface="Aptos Black"/>
              </a:rPr>
              <a:t>Summary of tutor, experience/ expertise.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F83A0F-EAA9-D62F-0BD5-0B2842C20090}"/>
                  </a:ext>
                </a:extLst>
              </p14:cNvPr>
              <p14:cNvContentPartPr/>
              <p14:nvPr/>
            </p14:nvContentPartPr>
            <p14:xfrm>
              <a:off x="8615757" y="574797"/>
              <a:ext cx="237960" cy="729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F83A0F-EAA9-D62F-0BD5-0B2842C200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09637" y="568677"/>
                <a:ext cx="250200" cy="7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19DC389-5FC6-3042-2C8F-9C97D6EA3880}"/>
                  </a:ext>
                </a:extLst>
              </p14:cNvPr>
              <p14:cNvContentPartPr/>
              <p14:nvPr/>
            </p14:nvContentPartPr>
            <p14:xfrm>
              <a:off x="8743557" y="571197"/>
              <a:ext cx="248040" cy="104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19DC389-5FC6-3042-2C8F-9C97D6EA38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37437" y="565077"/>
                <a:ext cx="260280" cy="1162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421C878-F493-5C49-65A9-C45FB4893080}"/>
              </a:ext>
            </a:extLst>
          </p:cNvPr>
          <p:cNvSpPr txBox="1"/>
          <p:nvPr/>
        </p:nvSpPr>
        <p:spPr>
          <a:xfrm>
            <a:off x="3736965" y="-6058"/>
            <a:ext cx="7356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I would move the logo to the left of the screen as that’s where most logo’s are displayed. I would do this for every page for consistency so the user can quickly recognise the design and know how to use the website.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249D2E0-8395-B0AE-6004-46FE18F2C382}"/>
                  </a:ext>
                </a:extLst>
              </p14:cNvPr>
              <p14:cNvContentPartPr/>
              <p14:nvPr/>
            </p14:nvContentPartPr>
            <p14:xfrm>
              <a:off x="7267917" y="1522317"/>
              <a:ext cx="37800" cy="4543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249D2E0-8395-B0AE-6004-46FE18F2C38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61797" y="1516197"/>
                <a:ext cx="50040" cy="45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89FFE30A-7170-8F9A-B99A-A6D024F50126}"/>
              </a:ext>
            </a:extLst>
          </p:cNvPr>
          <p:cNvGrpSpPr/>
          <p:nvPr/>
        </p:nvGrpSpPr>
        <p:grpSpPr>
          <a:xfrm>
            <a:off x="7129317" y="5950317"/>
            <a:ext cx="389160" cy="144000"/>
            <a:chOff x="7129317" y="5950317"/>
            <a:chExt cx="38916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D62514F-3657-08B8-C17F-07E72ACA887F}"/>
                    </a:ext>
                  </a:extLst>
                </p14:cNvPr>
                <p14:cNvContentPartPr/>
                <p14:nvPr/>
              </p14:nvContentPartPr>
              <p14:xfrm>
                <a:off x="7129317" y="5950317"/>
                <a:ext cx="175680" cy="123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D62514F-3657-08B8-C17F-07E72ACA88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23197" y="5944197"/>
                  <a:ext cx="187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3C6FE6-5D55-B96D-EAB7-06333E5C1184}"/>
                    </a:ext>
                  </a:extLst>
                </p14:cNvPr>
                <p14:cNvContentPartPr/>
                <p14:nvPr/>
              </p14:nvContentPartPr>
              <p14:xfrm>
                <a:off x="7299237" y="5960757"/>
                <a:ext cx="219240" cy="133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3C6FE6-5D55-B96D-EAB7-06333E5C118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93117" y="5954637"/>
                  <a:ext cx="231480" cy="145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FE95DB7-2AF9-7157-ECBA-F00AA31E5892}"/>
              </a:ext>
            </a:extLst>
          </p:cNvPr>
          <p:cNvSpPr txBox="1"/>
          <p:nvPr/>
        </p:nvSpPr>
        <p:spPr>
          <a:xfrm>
            <a:off x="6376356" y="5776471"/>
            <a:ext cx="4982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I would move the </a:t>
            </a:r>
            <a:r>
              <a:rPr lang="en-GB" dirty="0" err="1">
                <a:highlight>
                  <a:srgbClr val="FFFF00"/>
                </a:highlight>
              </a:rPr>
              <a:t>what’sapp</a:t>
            </a:r>
            <a:r>
              <a:rPr lang="en-GB" dirty="0">
                <a:highlight>
                  <a:srgbClr val="FFFF00"/>
                </a:highlight>
              </a:rPr>
              <a:t> button to the bottom of the screen as that’s where most social media buttons are placed which makes it more recognisable to the user.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6DAA3C9-EA2B-1656-8923-ED858C07D80E}"/>
                  </a:ext>
                </a:extLst>
              </p14:cNvPr>
              <p14:cNvContentPartPr/>
              <p14:nvPr/>
            </p14:nvContentPartPr>
            <p14:xfrm>
              <a:off x="1371477" y="837685"/>
              <a:ext cx="680760" cy="1813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6DAA3C9-EA2B-1656-8923-ED858C07D80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65360" y="831566"/>
                <a:ext cx="692994" cy="1825558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533C7C5-094D-AA8B-E420-86960E4D4F7D}"/>
              </a:ext>
            </a:extLst>
          </p:cNvPr>
          <p:cNvGrpSpPr/>
          <p:nvPr/>
        </p:nvGrpSpPr>
        <p:grpSpPr>
          <a:xfrm>
            <a:off x="1320542" y="796650"/>
            <a:ext cx="353520" cy="381240"/>
            <a:chOff x="1007877" y="945237"/>
            <a:chExt cx="35352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33E013D-97BB-8111-9C6E-AC6BAB52C41B}"/>
                    </a:ext>
                  </a:extLst>
                </p14:cNvPr>
                <p14:cNvContentPartPr/>
                <p14:nvPr/>
              </p14:nvContentPartPr>
              <p14:xfrm>
                <a:off x="1017957" y="966117"/>
                <a:ext cx="720" cy="360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33E013D-97BB-8111-9C6E-AC6BAB52C41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11837" y="959997"/>
                  <a:ext cx="129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F96987-A7C3-A676-E584-7A3AF12E8FC0}"/>
                    </a:ext>
                  </a:extLst>
                </p14:cNvPr>
                <p14:cNvContentPartPr/>
                <p14:nvPr/>
              </p14:nvContentPartPr>
              <p14:xfrm>
                <a:off x="1007877" y="945237"/>
                <a:ext cx="353520" cy="175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F96987-A7C3-A676-E584-7A3AF12E8FC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1757" y="939117"/>
                  <a:ext cx="365760" cy="187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A1E1376-D842-21E7-4A9A-DE18E98DD6EC}"/>
              </a:ext>
            </a:extLst>
          </p:cNvPr>
          <p:cNvSpPr txBox="1"/>
          <p:nvPr/>
        </p:nvSpPr>
        <p:spPr>
          <a:xfrm>
            <a:off x="-63828" y="34443"/>
            <a:ext cx="163201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Every button is accessible via the keyboard to meet accessibility and usability requirements and to create a better user experience. All button names and text match with real-world terms. For all images I put in my document, I would ensure they comply with the rule of thirds and the golden ratio.</a:t>
            </a:r>
          </a:p>
        </p:txBody>
      </p:sp>
    </p:spTree>
    <p:extLst>
      <p:ext uri="{BB962C8B-B14F-4D97-AF65-F5344CB8AC3E}">
        <p14:creationId xmlns:p14="http://schemas.microsoft.com/office/powerpoint/2010/main" val="2520967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alendar&#10;&#10;AI-generated content may be incorrect.">
            <a:extLst>
              <a:ext uri="{FF2B5EF4-FFF2-40B4-BE49-F238E27FC236}">
                <a16:creationId xmlns:a16="http://schemas.microsoft.com/office/drawing/2014/main" id="{71E03AB3-5819-665C-2CAC-6A6F39BE1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466" y="1460376"/>
            <a:ext cx="8123068" cy="482783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486589-996A-E983-0DCA-EB09C266E43E}"/>
              </a:ext>
            </a:extLst>
          </p:cNvPr>
          <p:cNvCxnSpPr>
            <a:cxnSpLocks/>
          </p:cNvCxnSpPr>
          <p:nvPr/>
        </p:nvCxnSpPr>
        <p:spPr>
          <a:xfrm flipH="1">
            <a:off x="9161755" y="1127464"/>
            <a:ext cx="1189608" cy="665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8A783C-0B94-3E4B-4AC5-98EDC5B3719F}"/>
              </a:ext>
            </a:extLst>
          </p:cNvPr>
          <p:cNvCxnSpPr>
            <a:cxnSpLocks/>
          </p:cNvCxnSpPr>
          <p:nvPr/>
        </p:nvCxnSpPr>
        <p:spPr>
          <a:xfrm flipH="1" flipV="1">
            <a:off x="8478317" y="5493715"/>
            <a:ext cx="1945843" cy="6656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084F4B-7082-57EF-F003-46561ABBE926}"/>
              </a:ext>
            </a:extLst>
          </p:cNvPr>
          <p:cNvCxnSpPr>
            <a:cxnSpLocks/>
          </p:cNvCxnSpPr>
          <p:nvPr/>
        </p:nvCxnSpPr>
        <p:spPr>
          <a:xfrm>
            <a:off x="6547104" y="1353312"/>
            <a:ext cx="569449" cy="15621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A10FF1-3D30-B6E5-DF5F-27873701A80A}"/>
              </a:ext>
            </a:extLst>
          </p:cNvPr>
          <p:cNvCxnSpPr>
            <a:cxnSpLocks/>
          </p:cNvCxnSpPr>
          <p:nvPr/>
        </p:nvCxnSpPr>
        <p:spPr>
          <a:xfrm>
            <a:off x="1794052" y="3584448"/>
            <a:ext cx="939531" cy="580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9C4853-5BAA-F587-C4AD-0E146640E688}"/>
              </a:ext>
            </a:extLst>
          </p:cNvPr>
          <p:cNvCxnSpPr>
            <a:cxnSpLocks/>
          </p:cNvCxnSpPr>
          <p:nvPr/>
        </p:nvCxnSpPr>
        <p:spPr>
          <a:xfrm>
            <a:off x="1776717" y="3584448"/>
            <a:ext cx="868829" cy="5089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6B52E8-906C-E6AF-7853-46911F1FCEC5}"/>
              </a:ext>
            </a:extLst>
          </p:cNvPr>
          <p:cNvCxnSpPr>
            <a:cxnSpLocks/>
          </p:cNvCxnSpPr>
          <p:nvPr/>
        </p:nvCxnSpPr>
        <p:spPr>
          <a:xfrm>
            <a:off x="1767840" y="3584448"/>
            <a:ext cx="868829" cy="11606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2066121-C86C-BB46-4409-E2B67D787DC6}"/>
              </a:ext>
            </a:extLst>
          </p:cNvPr>
          <p:cNvSpPr txBox="1"/>
          <p:nvPr/>
        </p:nvSpPr>
        <p:spPr>
          <a:xfrm>
            <a:off x="4229872" y="575547"/>
            <a:ext cx="502614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u="sng" dirty="0">
                <a:latin typeface="Aptos Black" panose="020F0502020204030204" pitchFamily="34" charset="0"/>
              </a:rPr>
              <a:t>Progressive Disclosure</a:t>
            </a:r>
          </a:p>
          <a:p>
            <a:r>
              <a:rPr lang="en-GB" sz="1500" dirty="0">
                <a:latin typeface="Aptos Black" panose="020F0502020204030204" pitchFamily="34" charset="0"/>
              </a:rPr>
              <a:t>Most important information first and reveal more details as needed. Keeps interface clean and simple.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CA0CDF-099A-BF3B-2129-71DA3C8BF87E}"/>
              </a:ext>
            </a:extLst>
          </p:cNvPr>
          <p:cNvSpPr txBox="1"/>
          <p:nvPr/>
        </p:nvSpPr>
        <p:spPr>
          <a:xfrm>
            <a:off x="10278619" y="521422"/>
            <a:ext cx="174284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Aptos Black" panose="020F0502020204030204" pitchFamily="34" charset="0"/>
              </a:rPr>
              <a:t>A simple small logo for high populated information/function pages.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B9F161-6E51-4ABB-DF68-E25F2AD2681B}"/>
              </a:ext>
            </a:extLst>
          </p:cNvPr>
          <p:cNvSpPr txBox="1"/>
          <p:nvPr/>
        </p:nvSpPr>
        <p:spPr>
          <a:xfrm>
            <a:off x="10397948" y="5493715"/>
            <a:ext cx="179405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Aptos Black" panose="020F0502020204030204" pitchFamily="34" charset="0"/>
              </a:rPr>
              <a:t>Free budget friendly app link to solve users wants. Real time text/call/video.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D4378B-9C5F-A3AC-3EDF-436474787A85}"/>
              </a:ext>
            </a:extLst>
          </p:cNvPr>
          <p:cNvCxnSpPr>
            <a:cxnSpLocks/>
          </p:cNvCxnSpPr>
          <p:nvPr/>
        </p:nvCxnSpPr>
        <p:spPr>
          <a:xfrm flipH="1" flipV="1">
            <a:off x="8483714" y="3760581"/>
            <a:ext cx="1794905" cy="648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B79ACAD-3505-9DD8-6931-B9AD124541B0}"/>
              </a:ext>
            </a:extLst>
          </p:cNvPr>
          <p:cNvCxnSpPr>
            <a:cxnSpLocks/>
          </p:cNvCxnSpPr>
          <p:nvPr/>
        </p:nvCxnSpPr>
        <p:spPr>
          <a:xfrm flipH="1">
            <a:off x="7877251" y="3825386"/>
            <a:ext cx="2401368" cy="10026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8F78568-A938-2EDC-C19A-AFD2C6997616}"/>
              </a:ext>
            </a:extLst>
          </p:cNvPr>
          <p:cNvSpPr txBox="1"/>
          <p:nvPr/>
        </p:nvSpPr>
        <p:spPr>
          <a:xfrm>
            <a:off x="10278619" y="2989039"/>
            <a:ext cx="1794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Aptos Black" panose="020F0502020204030204" pitchFamily="34" charset="0"/>
              </a:rPr>
              <a:t>Integrated booking calendar system for tutor/mentor. Highly visible simple colour coded availability indicator.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726DF4-5464-A860-C01A-8E7E3812F60D}"/>
              </a:ext>
            </a:extLst>
          </p:cNvPr>
          <p:cNvSpPr txBox="1"/>
          <p:nvPr/>
        </p:nvSpPr>
        <p:spPr>
          <a:xfrm>
            <a:off x="0" y="2946553"/>
            <a:ext cx="2034466" cy="21698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500" u="sng" dirty="0">
                <a:latin typeface="Aptos Black" panose="020F0502020204030204" pitchFamily="34" charset="0"/>
              </a:rPr>
              <a:t>Five Hat Racks</a:t>
            </a:r>
          </a:p>
          <a:p>
            <a:r>
              <a:rPr lang="en-GB" sz="1500" dirty="0">
                <a:latin typeface="Aptos Black" panose="020F0502020204030204" pitchFamily="34" charset="0"/>
              </a:rPr>
              <a:t>This dropdown list can be used for filtering;</a:t>
            </a:r>
          </a:p>
          <a:p>
            <a:r>
              <a:rPr lang="en-GB" sz="1500" dirty="0">
                <a:latin typeface="Aptos Black" panose="020F0502020204030204" pitchFamily="34" charset="0"/>
              </a:rPr>
              <a:t>Subject</a:t>
            </a:r>
          </a:p>
          <a:p>
            <a:r>
              <a:rPr lang="en-GB" sz="1500" dirty="0">
                <a:latin typeface="Aptos Black" panose="020F0502020204030204" pitchFamily="34" charset="0"/>
              </a:rPr>
              <a:t>Level</a:t>
            </a:r>
          </a:p>
          <a:p>
            <a:r>
              <a:rPr lang="en-GB" sz="1500" dirty="0">
                <a:latin typeface="Aptos Black"/>
              </a:rPr>
              <a:t>Price – from low to high </a:t>
            </a:r>
          </a:p>
          <a:p>
            <a:endParaRPr lang="en-GB" sz="15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DDBD18-5BCC-EDE1-C247-EF35DD541802}"/>
              </a:ext>
            </a:extLst>
          </p:cNvPr>
          <p:cNvSpPr txBox="1"/>
          <p:nvPr/>
        </p:nvSpPr>
        <p:spPr>
          <a:xfrm>
            <a:off x="9120593" y="6080472"/>
            <a:ext cx="1133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By Cigdem Onay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BAE570-D9D0-53CA-EB80-D943EA79BDEA}"/>
              </a:ext>
            </a:extLst>
          </p:cNvPr>
          <p:cNvGrpSpPr/>
          <p:nvPr/>
        </p:nvGrpSpPr>
        <p:grpSpPr>
          <a:xfrm>
            <a:off x="1538157" y="1280782"/>
            <a:ext cx="4525200" cy="1966680"/>
            <a:chOff x="1538157" y="1280782"/>
            <a:chExt cx="4525200" cy="19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DCA4D7F-8D52-710B-A613-9BF0B1928EA5}"/>
                    </a:ext>
                  </a:extLst>
                </p14:cNvPr>
                <p14:cNvContentPartPr/>
                <p14:nvPr/>
              </p14:nvContentPartPr>
              <p14:xfrm>
                <a:off x="1538157" y="1280782"/>
                <a:ext cx="4525200" cy="1966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DCA4D7F-8D52-710B-A613-9BF0B1928EA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32037" y="1274662"/>
                  <a:ext cx="4537440" cy="19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4BACB94-0CB4-E093-E868-90861EAA84E1}"/>
                    </a:ext>
                  </a:extLst>
                </p14:cNvPr>
                <p14:cNvContentPartPr/>
                <p14:nvPr/>
              </p14:nvContentPartPr>
              <p14:xfrm>
                <a:off x="1677837" y="1303822"/>
                <a:ext cx="37728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4BACB94-0CB4-E093-E868-90861EAA84E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71717" y="1297702"/>
                  <a:ext cx="38952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FEED69F-6EA4-C474-07BC-A1BFE3460ED0}"/>
              </a:ext>
            </a:extLst>
          </p:cNvPr>
          <p:cNvSpPr txBox="1"/>
          <p:nvPr/>
        </p:nvSpPr>
        <p:spPr>
          <a:xfrm>
            <a:off x="109105" y="67541"/>
            <a:ext cx="33406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The amount of text shown is minimal and only shows necessary content which meets the signal to noise design principle.</a:t>
            </a:r>
          </a:p>
        </p:txBody>
      </p:sp>
    </p:spTree>
    <p:extLst>
      <p:ext uri="{BB962C8B-B14F-4D97-AF65-F5344CB8AC3E}">
        <p14:creationId xmlns:p14="http://schemas.microsoft.com/office/powerpoint/2010/main" val="1660734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7705AA-D991-D625-3DBF-0E9E6BE4E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800" y="0"/>
            <a:ext cx="354212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847392-4763-B437-4CFE-DF81BE9B8339}"/>
              </a:ext>
            </a:extLst>
          </p:cNvPr>
          <p:cNvSpPr txBox="1"/>
          <p:nvPr/>
        </p:nvSpPr>
        <p:spPr>
          <a:xfrm>
            <a:off x="8345948" y="2651432"/>
            <a:ext cx="27432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500" dirty="0">
                <a:latin typeface="Aptos Black"/>
              </a:rPr>
              <a:t>Successful easy to access home page.</a:t>
            </a:r>
          </a:p>
        </p:txBody>
      </p:sp>
    </p:spTree>
    <p:extLst>
      <p:ext uri="{BB962C8B-B14F-4D97-AF65-F5344CB8AC3E}">
        <p14:creationId xmlns:p14="http://schemas.microsoft.com/office/powerpoint/2010/main" val="323623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phone&#10;&#10;AI-generated content may be incorrect.">
            <a:extLst>
              <a:ext uri="{FF2B5EF4-FFF2-40B4-BE49-F238E27FC236}">
                <a16:creationId xmlns:a16="http://schemas.microsoft.com/office/drawing/2014/main" id="{C28116A9-8CD1-C4F7-4E50-474B497D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958" y="0"/>
            <a:ext cx="390208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5CBFEF-7CB9-4218-BEF3-77DDF80B6764}"/>
              </a:ext>
            </a:extLst>
          </p:cNvPr>
          <p:cNvSpPr txBox="1"/>
          <p:nvPr/>
        </p:nvSpPr>
        <p:spPr>
          <a:xfrm>
            <a:off x="8608142" y="2651432"/>
            <a:ext cx="274320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500" dirty="0">
                <a:latin typeface="Aptos Black"/>
              </a:rPr>
              <a:t>The </a:t>
            </a:r>
            <a:r>
              <a:rPr lang="en-GB" sz="1500">
                <a:latin typeface="Aptos Black"/>
              </a:rPr>
              <a:t>sign-up</a:t>
            </a:r>
            <a:r>
              <a:rPr lang="en-GB" sz="1500" dirty="0">
                <a:latin typeface="Aptos Black"/>
              </a:rPr>
              <a:t> page and access is successful with simple form.</a:t>
            </a:r>
          </a:p>
        </p:txBody>
      </p:sp>
    </p:spTree>
    <p:extLst>
      <p:ext uri="{BB962C8B-B14F-4D97-AF65-F5344CB8AC3E}">
        <p14:creationId xmlns:p14="http://schemas.microsoft.com/office/powerpoint/2010/main" val="3631486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social media account&#10;&#10;AI-generated content may be incorrect.">
            <a:extLst>
              <a:ext uri="{FF2B5EF4-FFF2-40B4-BE49-F238E27FC236}">
                <a16:creationId xmlns:a16="http://schemas.microsoft.com/office/drawing/2014/main" id="{24495850-9137-11BE-3B0A-6EF74D46B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162" y="519173"/>
            <a:ext cx="3495675" cy="58389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1FFA06-2B65-1A49-6895-E9608B59CFD4}"/>
              </a:ext>
            </a:extLst>
          </p:cNvPr>
          <p:cNvSpPr txBox="1"/>
          <p:nvPr/>
        </p:nvSpPr>
        <p:spPr>
          <a:xfrm>
            <a:off x="8436077" y="3036529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500" dirty="0">
                <a:latin typeface="Aptos Black"/>
              </a:rPr>
              <a:t>Although a good layout, this page needs to be further developed for full screen experience as it was displayed stretched to half a page.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2D82AB-759C-B426-5A90-F1D1597EEA99}"/>
                  </a:ext>
                </a:extLst>
              </p14:cNvPr>
              <p14:cNvContentPartPr/>
              <p14:nvPr/>
            </p14:nvContentPartPr>
            <p14:xfrm>
              <a:off x="7554117" y="1694062"/>
              <a:ext cx="1650600" cy="239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2D82AB-759C-B426-5A90-F1D1597EEA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47997" y="1687942"/>
                <a:ext cx="166284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76467E0-5D18-F521-E169-BCE0EA799DF5}"/>
                  </a:ext>
                </a:extLst>
              </p14:cNvPr>
              <p14:cNvContentPartPr/>
              <p14:nvPr/>
            </p14:nvContentPartPr>
            <p14:xfrm>
              <a:off x="8806917" y="1916902"/>
              <a:ext cx="384120" cy="301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76467E0-5D18-F521-E169-BCE0EA799D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00797" y="1910782"/>
                <a:ext cx="396360" cy="313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3DDD19B-B94F-CD87-C6B5-7B2F0A1E093F}"/>
              </a:ext>
            </a:extLst>
          </p:cNvPr>
          <p:cNvSpPr txBox="1"/>
          <p:nvPr/>
        </p:nvSpPr>
        <p:spPr>
          <a:xfrm>
            <a:off x="9331036" y="1005204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The buttons are too large for the other text on the screen and there are scalability issues between screen sizes which need to be addressed.</a:t>
            </a:r>
          </a:p>
        </p:txBody>
      </p:sp>
    </p:spTree>
    <p:extLst>
      <p:ext uri="{BB962C8B-B14F-4D97-AF65-F5344CB8AC3E}">
        <p14:creationId xmlns:p14="http://schemas.microsoft.com/office/powerpoint/2010/main" val="3456481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DE15FF73-CB03-A5A0-7FFF-46CDDD500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814" y="0"/>
            <a:ext cx="3820373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768CA8-1A32-2775-4D79-2565E828CC7F}"/>
              </a:ext>
            </a:extLst>
          </p:cNvPr>
          <p:cNvSpPr txBox="1"/>
          <p:nvPr/>
        </p:nvSpPr>
        <p:spPr>
          <a:xfrm>
            <a:off x="8681884" y="2921819"/>
            <a:ext cx="2743200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500" dirty="0">
                <a:latin typeface="Aptos Black"/>
              </a:rPr>
              <a:t>This page needs to be further developed as font sizes hasn’t adapted to mobile version and layout has been misaligned.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A8F658-F4C3-08B6-5F4E-E5DEF5E84DE3}"/>
              </a:ext>
            </a:extLst>
          </p:cNvPr>
          <p:cNvGrpSpPr/>
          <p:nvPr/>
        </p:nvGrpSpPr>
        <p:grpSpPr>
          <a:xfrm>
            <a:off x="2311797" y="2731942"/>
            <a:ext cx="2556360" cy="297000"/>
            <a:chOff x="2311797" y="2731942"/>
            <a:chExt cx="255636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256C659-7CBF-949F-4F94-5B04A55B53AA}"/>
                    </a:ext>
                  </a:extLst>
                </p14:cNvPr>
                <p14:cNvContentPartPr/>
                <p14:nvPr/>
              </p14:nvContentPartPr>
              <p14:xfrm>
                <a:off x="2326197" y="2992222"/>
                <a:ext cx="2541960" cy="36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256C659-7CBF-949F-4F94-5B04A55B53A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20077" y="2986102"/>
                  <a:ext cx="2554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4872C68-FC07-E2F1-B59E-6B7C37E251F2}"/>
                    </a:ext>
                  </a:extLst>
                </p14:cNvPr>
                <p14:cNvContentPartPr/>
                <p14:nvPr/>
              </p14:nvContentPartPr>
              <p14:xfrm>
                <a:off x="2311797" y="2731942"/>
                <a:ext cx="499680" cy="255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4872C68-FC07-E2F1-B59E-6B7C37E251F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05677" y="2725822"/>
                  <a:ext cx="51192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0326D77-ACEC-B3A4-9A46-E5B88373F129}"/>
                  </a:ext>
                </a:extLst>
              </p14:cNvPr>
              <p14:cNvContentPartPr/>
              <p14:nvPr/>
            </p14:nvContentPartPr>
            <p14:xfrm>
              <a:off x="2311797" y="2992582"/>
              <a:ext cx="556560" cy="280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0326D77-ACEC-B3A4-9A46-E5B88373F12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05677" y="2986462"/>
                <a:ext cx="568800" cy="2930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C720D75-EAAF-E9E2-BE9B-5E0B31512046}"/>
              </a:ext>
            </a:extLst>
          </p:cNvPr>
          <p:cNvSpPr txBox="1"/>
          <p:nvPr/>
        </p:nvSpPr>
        <p:spPr>
          <a:xfrm>
            <a:off x="148657" y="1314450"/>
            <a:ext cx="21042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There are buttons in the wrong place. Some are at the top, some are in the middle which is not appealing to the user and is confusing.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7A6D1-1D7C-F21E-CE21-A77912B26EDB}"/>
              </a:ext>
            </a:extLst>
          </p:cNvPr>
          <p:cNvSpPr txBox="1"/>
          <p:nvPr/>
        </p:nvSpPr>
        <p:spPr>
          <a:xfrm>
            <a:off x="140277" y="3714750"/>
            <a:ext cx="21301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In future, I would ensure the designs are compatible and scalable to different screen sizes.</a:t>
            </a:r>
          </a:p>
        </p:txBody>
      </p:sp>
    </p:spTree>
    <p:extLst>
      <p:ext uri="{BB962C8B-B14F-4D97-AF65-F5344CB8AC3E}">
        <p14:creationId xmlns:p14="http://schemas.microsoft.com/office/powerpoint/2010/main" val="1464873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591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Black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Cigdem Onay [Student-PECS]</dc:creator>
  <cp:lastModifiedBy>Alexander Saleh [Student-PECS]</cp:lastModifiedBy>
  <cp:revision>129</cp:revision>
  <dcterms:created xsi:type="dcterms:W3CDTF">2025-02-27T21:38:37Z</dcterms:created>
  <dcterms:modified xsi:type="dcterms:W3CDTF">2025-04-24T14:33:52Z</dcterms:modified>
</cp:coreProperties>
</file>